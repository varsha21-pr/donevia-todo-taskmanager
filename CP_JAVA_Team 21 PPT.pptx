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4"/>
  </p:notesMasterIdLst>
  <p:sldIdLst>
    <p:sldId id="260" r:id="rId2"/>
    <p:sldId id="4421" r:id="rId3"/>
    <p:sldId id="4423" r:id="rId4"/>
    <p:sldId id="4424" r:id="rId5"/>
    <p:sldId id="4422" r:id="rId6"/>
    <p:sldId id="4446" r:id="rId7"/>
    <p:sldId id="4458" r:id="rId8"/>
    <p:sldId id="4444" r:id="rId9"/>
    <p:sldId id="4445" r:id="rId10"/>
    <p:sldId id="4429" r:id="rId11"/>
    <p:sldId id="4425" r:id="rId12"/>
    <p:sldId id="4455" r:id="rId13"/>
    <p:sldId id="4456" r:id="rId14"/>
    <p:sldId id="4426" r:id="rId15"/>
    <p:sldId id="4428" r:id="rId16"/>
    <p:sldId id="4452" r:id="rId17"/>
    <p:sldId id="4440" r:id="rId18"/>
    <p:sldId id="4439" r:id="rId19"/>
    <p:sldId id="4441" r:id="rId20"/>
    <p:sldId id="4442" r:id="rId21"/>
    <p:sldId id="4430" r:id="rId22"/>
    <p:sldId id="4431" r:id="rId23"/>
    <p:sldId id="4449" r:id="rId24"/>
    <p:sldId id="4450" r:id="rId25"/>
    <p:sldId id="4451" r:id="rId26"/>
    <p:sldId id="4448" r:id="rId27"/>
    <p:sldId id="4454" r:id="rId28"/>
    <p:sldId id="4433" r:id="rId29"/>
    <p:sldId id="4453" r:id="rId30"/>
    <p:sldId id="4434" r:id="rId31"/>
    <p:sldId id="4443" r:id="rId32"/>
    <p:sldId id="4457" r:id="rId3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187C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78" d="100"/>
          <a:sy n="78" d="100"/>
        </p:scale>
        <p:origin x="878"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4F83ABB-A641-41B3-815B-0BF716117969}" type="datetimeFigureOut">
              <a:rPr lang="en-US" smtClean="0"/>
              <a:t>2/10/2026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7464667-E269-4945-B7C0-AD99F8954A9B}" type="slidenum">
              <a:rPr lang="en-US" smtClean="0"/>
              <a:t>‹#›</a:t>
            </a:fld>
            <a:endParaRPr lang="en-US"/>
          </a:p>
        </p:txBody>
      </p:sp>
    </p:spTree>
    <p:extLst>
      <p:ext uri="{BB962C8B-B14F-4D97-AF65-F5344CB8AC3E}">
        <p14:creationId xmlns:p14="http://schemas.microsoft.com/office/powerpoint/2010/main" val="334689146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D2225B-E41B-77C0-1A23-7FE91583ABB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2A84B7F-BF54-53DE-5ED7-2CDED8A4B9F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BCD18E42-7938-EBF6-0BBB-C03E98259DAE}"/>
              </a:ext>
            </a:extLst>
          </p:cNvPr>
          <p:cNvSpPr>
            <a:spLocks noGrp="1"/>
          </p:cNvSpPr>
          <p:nvPr>
            <p:ph type="dt" sz="half" idx="10"/>
          </p:nvPr>
        </p:nvSpPr>
        <p:spPr/>
        <p:txBody>
          <a:bodyPr/>
          <a:lstStyle/>
          <a:p>
            <a:fld id="{D66C86BF-26DF-47F2-BBA6-FB99F1E1025C}" type="datetimeFigureOut">
              <a:rPr lang="en-US" smtClean="0"/>
              <a:t>2/10/2026</a:t>
            </a:fld>
            <a:endParaRPr lang="en-US"/>
          </a:p>
        </p:txBody>
      </p:sp>
      <p:sp>
        <p:nvSpPr>
          <p:cNvPr id="5" name="Footer Placeholder 4">
            <a:extLst>
              <a:ext uri="{FF2B5EF4-FFF2-40B4-BE49-F238E27FC236}">
                <a16:creationId xmlns:a16="http://schemas.microsoft.com/office/drawing/2014/main" id="{9274C66D-7C77-1BC2-E297-5581F607B8C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5C71FE2-01D7-8CFA-F772-2A12DADA9511}"/>
              </a:ext>
            </a:extLst>
          </p:cNvPr>
          <p:cNvSpPr>
            <a:spLocks noGrp="1"/>
          </p:cNvSpPr>
          <p:nvPr>
            <p:ph type="sldNum" sz="quarter" idx="12"/>
          </p:nvPr>
        </p:nvSpPr>
        <p:spPr/>
        <p:txBody>
          <a:bodyPr/>
          <a:lstStyle/>
          <a:p>
            <a:fld id="{C8F35010-364B-470B-BB6C-DCBBE63D2E54}" type="slidenum">
              <a:rPr lang="en-US" smtClean="0"/>
              <a:t>‹#›</a:t>
            </a:fld>
            <a:endParaRPr lang="en-US"/>
          </a:p>
        </p:txBody>
      </p:sp>
    </p:spTree>
    <p:extLst>
      <p:ext uri="{BB962C8B-B14F-4D97-AF65-F5344CB8AC3E}">
        <p14:creationId xmlns:p14="http://schemas.microsoft.com/office/powerpoint/2010/main" val="341897641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A69414-E7DE-B18D-3123-DBD0283DABC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D9AEC70-B92A-CC7C-576E-A961A566DF5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440CFBF-3986-2ECA-DC6E-B0EB5EEAE220}"/>
              </a:ext>
            </a:extLst>
          </p:cNvPr>
          <p:cNvSpPr>
            <a:spLocks noGrp="1"/>
          </p:cNvSpPr>
          <p:nvPr>
            <p:ph type="dt" sz="half" idx="10"/>
          </p:nvPr>
        </p:nvSpPr>
        <p:spPr/>
        <p:txBody>
          <a:bodyPr/>
          <a:lstStyle/>
          <a:p>
            <a:fld id="{D66C86BF-26DF-47F2-BBA6-FB99F1E1025C}" type="datetimeFigureOut">
              <a:rPr lang="en-US" smtClean="0"/>
              <a:t>2/10/2026</a:t>
            </a:fld>
            <a:endParaRPr lang="en-US"/>
          </a:p>
        </p:txBody>
      </p:sp>
      <p:sp>
        <p:nvSpPr>
          <p:cNvPr id="5" name="Footer Placeholder 4">
            <a:extLst>
              <a:ext uri="{FF2B5EF4-FFF2-40B4-BE49-F238E27FC236}">
                <a16:creationId xmlns:a16="http://schemas.microsoft.com/office/drawing/2014/main" id="{BB5622A7-D018-3314-6712-AC0A3E326FA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FDF858B-9E65-33C3-1330-DDC559B7F2B8}"/>
              </a:ext>
            </a:extLst>
          </p:cNvPr>
          <p:cNvSpPr>
            <a:spLocks noGrp="1"/>
          </p:cNvSpPr>
          <p:nvPr>
            <p:ph type="sldNum" sz="quarter" idx="12"/>
          </p:nvPr>
        </p:nvSpPr>
        <p:spPr/>
        <p:txBody>
          <a:bodyPr/>
          <a:lstStyle/>
          <a:p>
            <a:fld id="{C8F35010-364B-470B-BB6C-DCBBE63D2E54}" type="slidenum">
              <a:rPr lang="en-US" smtClean="0"/>
              <a:t>‹#›</a:t>
            </a:fld>
            <a:endParaRPr lang="en-US"/>
          </a:p>
        </p:txBody>
      </p:sp>
    </p:spTree>
    <p:extLst>
      <p:ext uri="{BB962C8B-B14F-4D97-AF65-F5344CB8AC3E}">
        <p14:creationId xmlns:p14="http://schemas.microsoft.com/office/powerpoint/2010/main" val="1117143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999EF2-BE12-339C-53A6-D7F37ED5DF5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95EA9B6-8FA8-149E-9646-FB301CFB14E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0325791-C68A-6622-2CC5-3C0B283338D8}"/>
              </a:ext>
            </a:extLst>
          </p:cNvPr>
          <p:cNvSpPr>
            <a:spLocks noGrp="1"/>
          </p:cNvSpPr>
          <p:nvPr>
            <p:ph type="dt" sz="half" idx="10"/>
          </p:nvPr>
        </p:nvSpPr>
        <p:spPr/>
        <p:txBody>
          <a:bodyPr/>
          <a:lstStyle/>
          <a:p>
            <a:fld id="{D66C86BF-26DF-47F2-BBA6-FB99F1E1025C}" type="datetimeFigureOut">
              <a:rPr lang="en-US" smtClean="0"/>
              <a:t>2/10/2026</a:t>
            </a:fld>
            <a:endParaRPr lang="en-US"/>
          </a:p>
        </p:txBody>
      </p:sp>
      <p:sp>
        <p:nvSpPr>
          <p:cNvPr id="5" name="Footer Placeholder 4">
            <a:extLst>
              <a:ext uri="{FF2B5EF4-FFF2-40B4-BE49-F238E27FC236}">
                <a16:creationId xmlns:a16="http://schemas.microsoft.com/office/drawing/2014/main" id="{797CB1C5-90B9-0823-9015-AF5F09CF9B5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339B8B6-BAA6-240F-60BE-518B08A68FF3}"/>
              </a:ext>
            </a:extLst>
          </p:cNvPr>
          <p:cNvSpPr>
            <a:spLocks noGrp="1"/>
          </p:cNvSpPr>
          <p:nvPr>
            <p:ph type="sldNum" sz="quarter" idx="12"/>
          </p:nvPr>
        </p:nvSpPr>
        <p:spPr/>
        <p:txBody>
          <a:bodyPr/>
          <a:lstStyle/>
          <a:p>
            <a:fld id="{C8F35010-364B-470B-BB6C-DCBBE63D2E54}" type="slidenum">
              <a:rPr lang="en-US" smtClean="0"/>
              <a:t>‹#›</a:t>
            </a:fld>
            <a:endParaRPr lang="en-US"/>
          </a:p>
        </p:txBody>
      </p:sp>
    </p:spTree>
    <p:extLst>
      <p:ext uri="{BB962C8B-B14F-4D97-AF65-F5344CB8AC3E}">
        <p14:creationId xmlns:p14="http://schemas.microsoft.com/office/powerpoint/2010/main" val="126310147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4E3121-A2A6-067F-9BB5-431330CD0C4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9B61458-6F42-1FC6-02A5-B26BB0448D0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40A9E45-D816-7EFD-3CAA-178E16FA009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F34DE17-8AF8-1452-3C2B-1E8AC11C05C7}"/>
              </a:ext>
            </a:extLst>
          </p:cNvPr>
          <p:cNvSpPr>
            <a:spLocks noGrp="1"/>
          </p:cNvSpPr>
          <p:nvPr>
            <p:ph type="dt" sz="half" idx="10"/>
          </p:nvPr>
        </p:nvSpPr>
        <p:spPr/>
        <p:txBody>
          <a:bodyPr/>
          <a:lstStyle/>
          <a:p>
            <a:fld id="{D66C86BF-26DF-47F2-BBA6-FB99F1E1025C}" type="datetimeFigureOut">
              <a:rPr lang="en-US" smtClean="0"/>
              <a:t>2/10/2026</a:t>
            </a:fld>
            <a:endParaRPr lang="en-US"/>
          </a:p>
        </p:txBody>
      </p:sp>
      <p:sp>
        <p:nvSpPr>
          <p:cNvPr id="6" name="Footer Placeholder 5">
            <a:extLst>
              <a:ext uri="{FF2B5EF4-FFF2-40B4-BE49-F238E27FC236}">
                <a16:creationId xmlns:a16="http://schemas.microsoft.com/office/drawing/2014/main" id="{F8F04EE6-8A95-F57F-A192-3DE3AA41388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C37B0C8-4507-0579-A941-6A255E92B46F}"/>
              </a:ext>
            </a:extLst>
          </p:cNvPr>
          <p:cNvSpPr>
            <a:spLocks noGrp="1"/>
          </p:cNvSpPr>
          <p:nvPr>
            <p:ph type="sldNum" sz="quarter" idx="12"/>
          </p:nvPr>
        </p:nvSpPr>
        <p:spPr/>
        <p:txBody>
          <a:bodyPr/>
          <a:lstStyle/>
          <a:p>
            <a:fld id="{C8F35010-364B-470B-BB6C-DCBBE63D2E54}" type="slidenum">
              <a:rPr lang="en-US" smtClean="0"/>
              <a:t>‹#›</a:t>
            </a:fld>
            <a:endParaRPr lang="en-US"/>
          </a:p>
        </p:txBody>
      </p:sp>
    </p:spTree>
    <p:extLst>
      <p:ext uri="{BB962C8B-B14F-4D97-AF65-F5344CB8AC3E}">
        <p14:creationId xmlns:p14="http://schemas.microsoft.com/office/powerpoint/2010/main" val="73188396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AD41E2-A077-4FE6-C0D3-E53AD769299D}"/>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D68D9F13-A5D4-37A3-1493-299424981AA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0F5EE514-EB19-276A-D5A5-AD3B4528524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3A4ECFBA-4BCE-DB10-1A82-A2D64F058ED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CFB50E7-10C2-3309-2CDC-0F66334ED71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91554FF-26AD-988B-1BE6-17295ED2C712}"/>
              </a:ext>
            </a:extLst>
          </p:cNvPr>
          <p:cNvSpPr>
            <a:spLocks noGrp="1"/>
          </p:cNvSpPr>
          <p:nvPr>
            <p:ph type="dt" sz="half" idx="10"/>
          </p:nvPr>
        </p:nvSpPr>
        <p:spPr/>
        <p:txBody>
          <a:bodyPr/>
          <a:lstStyle/>
          <a:p>
            <a:fld id="{D66C86BF-26DF-47F2-BBA6-FB99F1E1025C}" type="datetimeFigureOut">
              <a:rPr lang="en-US" smtClean="0"/>
              <a:t>2/10/2026</a:t>
            </a:fld>
            <a:endParaRPr lang="en-US"/>
          </a:p>
        </p:txBody>
      </p:sp>
      <p:sp>
        <p:nvSpPr>
          <p:cNvPr id="8" name="Footer Placeholder 7">
            <a:extLst>
              <a:ext uri="{FF2B5EF4-FFF2-40B4-BE49-F238E27FC236}">
                <a16:creationId xmlns:a16="http://schemas.microsoft.com/office/drawing/2014/main" id="{62EB7DB9-3BFA-EEC0-380B-FF6C9131A6B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B18BED0-2F21-3460-79B8-7290A76A4675}"/>
              </a:ext>
            </a:extLst>
          </p:cNvPr>
          <p:cNvSpPr>
            <a:spLocks noGrp="1"/>
          </p:cNvSpPr>
          <p:nvPr>
            <p:ph type="sldNum" sz="quarter" idx="12"/>
          </p:nvPr>
        </p:nvSpPr>
        <p:spPr/>
        <p:txBody>
          <a:bodyPr/>
          <a:lstStyle/>
          <a:p>
            <a:fld id="{C8F35010-364B-470B-BB6C-DCBBE63D2E54}" type="slidenum">
              <a:rPr lang="en-US" smtClean="0"/>
              <a:t>‹#›</a:t>
            </a:fld>
            <a:endParaRPr lang="en-US"/>
          </a:p>
        </p:txBody>
      </p:sp>
    </p:spTree>
    <p:extLst>
      <p:ext uri="{BB962C8B-B14F-4D97-AF65-F5344CB8AC3E}">
        <p14:creationId xmlns:p14="http://schemas.microsoft.com/office/powerpoint/2010/main" val="344707846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270D88-D9A6-E2BA-4D07-31B2E1E8C586}"/>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879C88D8-4119-A0E3-1E19-520074B60AB6}"/>
              </a:ext>
            </a:extLst>
          </p:cNvPr>
          <p:cNvSpPr>
            <a:spLocks noGrp="1"/>
          </p:cNvSpPr>
          <p:nvPr>
            <p:ph type="dt" sz="half" idx="10"/>
          </p:nvPr>
        </p:nvSpPr>
        <p:spPr/>
        <p:txBody>
          <a:bodyPr/>
          <a:lstStyle/>
          <a:p>
            <a:fld id="{D66C86BF-26DF-47F2-BBA6-FB99F1E1025C}" type="datetimeFigureOut">
              <a:rPr lang="en-US" smtClean="0"/>
              <a:t>2/10/2026</a:t>
            </a:fld>
            <a:endParaRPr lang="en-US"/>
          </a:p>
        </p:txBody>
      </p:sp>
      <p:sp>
        <p:nvSpPr>
          <p:cNvPr id="4" name="Footer Placeholder 3">
            <a:extLst>
              <a:ext uri="{FF2B5EF4-FFF2-40B4-BE49-F238E27FC236}">
                <a16:creationId xmlns:a16="http://schemas.microsoft.com/office/drawing/2014/main" id="{4EBD6728-10D0-DD4F-070F-D8887DC4079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B41F0AF4-0EB8-E3C6-BC9D-0F225B0D6689}"/>
              </a:ext>
            </a:extLst>
          </p:cNvPr>
          <p:cNvSpPr>
            <a:spLocks noGrp="1"/>
          </p:cNvSpPr>
          <p:nvPr>
            <p:ph type="sldNum" sz="quarter" idx="12"/>
          </p:nvPr>
        </p:nvSpPr>
        <p:spPr/>
        <p:txBody>
          <a:bodyPr/>
          <a:lstStyle/>
          <a:p>
            <a:fld id="{C8F35010-364B-470B-BB6C-DCBBE63D2E54}" type="slidenum">
              <a:rPr lang="en-US" smtClean="0"/>
              <a:t>‹#›</a:t>
            </a:fld>
            <a:endParaRPr lang="en-US"/>
          </a:p>
        </p:txBody>
      </p:sp>
    </p:spTree>
    <p:extLst>
      <p:ext uri="{BB962C8B-B14F-4D97-AF65-F5344CB8AC3E}">
        <p14:creationId xmlns:p14="http://schemas.microsoft.com/office/powerpoint/2010/main" val="31379138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D6305AF-CB28-6234-0989-07022337F2C8}"/>
              </a:ext>
            </a:extLst>
          </p:cNvPr>
          <p:cNvSpPr>
            <a:spLocks noGrp="1"/>
          </p:cNvSpPr>
          <p:nvPr>
            <p:ph type="dt" sz="half" idx="10"/>
          </p:nvPr>
        </p:nvSpPr>
        <p:spPr/>
        <p:txBody>
          <a:bodyPr/>
          <a:lstStyle/>
          <a:p>
            <a:fld id="{D66C86BF-26DF-47F2-BBA6-FB99F1E1025C}" type="datetimeFigureOut">
              <a:rPr lang="en-US" smtClean="0"/>
              <a:t>2/10/2026</a:t>
            </a:fld>
            <a:endParaRPr lang="en-US"/>
          </a:p>
        </p:txBody>
      </p:sp>
      <p:sp>
        <p:nvSpPr>
          <p:cNvPr id="3" name="Footer Placeholder 2">
            <a:extLst>
              <a:ext uri="{FF2B5EF4-FFF2-40B4-BE49-F238E27FC236}">
                <a16:creationId xmlns:a16="http://schemas.microsoft.com/office/drawing/2014/main" id="{F25B88D4-A6C0-E1B7-8994-A86076DAC34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A02BBE91-403E-73E0-6DB4-5910441B780C}"/>
              </a:ext>
            </a:extLst>
          </p:cNvPr>
          <p:cNvSpPr>
            <a:spLocks noGrp="1"/>
          </p:cNvSpPr>
          <p:nvPr>
            <p:ph type="sldNum" sz="quarter" idx="12"/>
          </p:nvPr>
        </p:nvSpPr>
        <p:spPr/>
        <p:txBody>
          <a:bodyPr/>
          <a:lstStyle/>
          <a:p>
            <a:fld id="{C8F35010-364B-470B-BB6C-DCBBE63D2E54}" type="slidenum">
              <a:rPr lang="en-US" smtClean="0"/>
              <a:t>‹#›</a:t>
            </a:fld>
            <a:endParaRPr lang="en-US"/>
          </a:p>
        </p:txBody>
      </p:sp>
    </p:spTree>
    <p:extLst>
      <p:ext uri="{BB962C8B-B14F-4D97-AF65-F5344CB8AC3E}">
        <p14:creationId xmlns:p14="http://schemas.microsoft.com/office/powerpoint/2010/main" val="295768090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851ACB-DC8B-620D-E3BF-7FA852E0A26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6CC1B764-533F-1B5D-0611-138F699344D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E8B5571B-161E-E09A-5698-4A40CFD3122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ED211E9-C5AE-278A-0394-D5A3F4277B48}"/>
              </a:ext>
            </a:extLst>
          </p:cNvPr>
          <p:cNvSpPr>
            <a:spLocks noGrp="1"/>
          </p:cNvSpPr>
          <p:nvPr>
            <p:ph type="dt" sz="half" idx="10"/>
          </p:nvPr>
        </p:nvSpPr>
        <p:spPr/>
        <p:txBody>
          <a:bodyPr/>
          <a:lstStyle/>
          <a:p>
            <a:fld id="{D66C86BF-26DF-47F2-BBA6-FB99F1E1025C}" type="datetimeFigureOut">
              <a:rPr lang="en-US" smtClean="0"/>
              <a:t>2/10/2026</a:t>
            </a:fld>
            <a:endParaRPr lang="en-US"/>
          </a:p>
        </p:txBody>
      </p:sp>
      <p:sp>
        <p:nvSpPr>
          <p:cNvPr id="6" name="Footer Placeholder 5">
            <a:extLst>
              <a:ext uri="{FF2B5EF4-FFF2-40B4-BE49-F238E27FC236}">
                <a16:creationId xmlns:a16="http://schemas.microsoft.com/office/drawing/2014/main" id="{437A9B3E-94F2-61BE-DDC5-42C05138402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7552E40-E8E1-BD3E-81E3-532D7B29B082}"/>
              </a:ext>
            </a:extLst>
          </p:cNvPr>
          <p:cNvSpPr>
            <a:spLocks noGrp="1"/>
          </p:cNvSpPr>
          <p:nvPr>
            <p:ph type="sldNum" sz="quarter" idx="12"/>
          </p:nvPr>
        </p:nvSpPr>
        <p:spPr/>
        <p:txBody>
          <a:bodyPr/>
          <a:lstStyle/>
          <a:p>
            <a:fld id="{C8F35010-364B-470B-BB6C-DCBBE63D2E54}" type="slidenum">
              <a:rPr lang="en-US" smtClean="0"/>
              <a:t>‹#›</a:t>
            </a:fld>
            <a:endParaRPr lang="en-US"/>
          </a:p>
        </p:txBody>
      </p:sp>
    </p:spTree>
    <p:extLst>
      <p:ext uri="{BB962C8B-B14F-4D97-AF65-F5344CB8AC3E}">
        <p14:creationId xmlns:p14="http://schemas.microsoft.com/office/powerpoint/2010/main" val="267240031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BF0294-46E3-230A-33FB-B650A56B899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E2C59121-E297-856F-8ED2-F9B862BEEC3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FB44B73E-5B9E-91E2-5353-C491A0CF95B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924E462-7BB8-F752-941C-B91D00225E13}"/>
              </a:ext>
            </a:extLst>
          </p:cNvPr>
          <p:cNvSpPr>
            <a:spLocks noGrp="1"/>
          </p:cNvSpPr>
          <p:nvPr>
            <p:ph type="dt" sz="half" idx="10"/>
          </p:nvPr>
        </p:nvSpPr>
        <p:spPr/>
        <p:txBody>
          <a:bodyPr/>
          <a:lstStyle/>
          <a:p>
            <a:fld id="{D66C86BF-26DF-47F2-BBA6-FB99F1E1025C}" type="datetimeFigureOut">
              <a:rPr lang="en-US" smtClean="0"/>
              <a:t>2/10/2026</a:t>
            </a:fld>
            <a:endParaRPr lang="en-US"/>
          </a:p>
        </p:txBody>
      </p:sp>
      <p:sp>
        <p:nvSpPr>
          <p:cNvPr id="6" name="Footer Placeholder 5">
            <a:extLst>
              <a:ext uri="{FF2B5EF4-FFF2-40B4-BE49-F238E27FC236}">
                <a16:creationId xmlns:a16="http://schemas.microsoft.com/office/drawing/2014/main" id="{EDC8DAB4-C59B-C493-7D76-5E1C91DA55D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91DC2E0-CCB3-2997-598A-4720CC284C29}"/>
              </a:ext>
            </a:extLst>
          </p:cNvPr>
          <p:cNvSpPr>
            <a:spLocks noGrp="1"/>
          </p:cNvSpPr>
          <p:nvPr>
            <p:ph type="sldNum" sz="quarter" idx="12"/>
          </p:nvPr>
        </p:nvSpPr>
        <p:spPr/>
        <p:txBody>
          <a:bodyPr/>
          <a:lstStyle/>
          <a:p>
            <a:fld id="{C8F35010-364B-470B-BB6C-DCBBE63D2E54}" type="slidenum">
              <a:rPr lang="en-US" smtClean="0"/>
              <a:t>‹#›</a:t>
            </a:fld>
            <a:endParaRPr lang="en-US"/>
          </a:p>
        </p:txBody>
      </p:sp>
    </p:spTree>
    <p:extLst>
      <p:ext uri="{BB962C8B-B14F-4D97-AF65-F5344CB8AC3E}">
        <p14:creationId xmlns:p14="http://schemas.microsoft.com/office/powerpoint/2010/main" val="320710371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779BFA-EF8F-EA09-32AE-D64B8AE7D945}"/>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D6459FB-C2B4-23D4-5E49-19DBA37F4E5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1F53C33-E5A3-B4F5-E8BF-0885DE881848}"/>
              </a:ext>
            </a:extLst>
          </p:cNvPr>
          <p:cNvSpPr>
            <a:spLocks noGrp="1"/>
          </p:cNvSpPr>
          <p:nvPr>
            <p:ph type="dt" sz="half" idx="10"/>
          </p:nvPr>
        </p:nvSpPr>
        <p:spPr/>
        <p:txBody>
          <a:bodyPr/>
          <a:lstStyle/>
          <a:p>
            <a:fld id="{D66C86BF-26DF-47F2-BBA6-FB99F1E1025C}" type="datetimeFigureOut">
              <a:rPr lang="en-US" smtClean="0"/>
              <a:t>2/10/2026</a:t>
            </a:fld>
            <a:endParaRPr lang="en-US"/>
          </a:p>
        </p:txBody>
      </p:sp>
      <p:sp>
        <p:nvSpPr>
          <p:cNvPr id="5" name="Footer Placeholder 4">
            <a:extLst>
              <a:ext uri="{FF2B5EF4-FFF2-40B4-BE49-F238E27FC236}">
                <a16:creationId xmlns:a16="http://schemas.microsoft.com/office/drawing/2014/main" id="{39B3BEFD-E011-F7CA-9B31-F27B739193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E199C5A-F8B7-9E90-F8CD-0F9D22014070}"/>
              </a:ext>
            </a:extLst>
          </p:cNvPr>
          <p:cNvSpPr>
            <a:spLocks noGrp="1"/>
          </p:cNvSpPr>
          <p:nvPr>
            <p:ph type="sldNum" sz="quarter" idx="12"/>
          </p:nvPr>
        </p:nvSpPr>
        <p:spPr/>
        <p:txBody>
          <a:bodyPr/>
          <a:lstStyle/>
          <a:p>
            <a:fld id="{C8F35010-364B-470B-BB6C-DCBBE63D2E54}" type="slidenum">
              <a:rPr lang="en-US" smtClean="0"/>
              <a:t>‹#›</a:t>
            </a:fld>
            <a:endParaRPr lang="en-US"/>
          </a:p>
        </p:txBody>
      </p:sp>
    </p:spTree>
    <p:extLst>
      <p:ext uri="{BB962C8B-B14F-4D97-AF65-F5344CB8AC3E}">
        <p14:creationId xmlns:p14="http://schemas.microsoft.com/office/powerpoint/2010/main" val="372513794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3C63739-7054-0E76-0B25-A01771D40C17}"/>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038EBE8-732F-CBA6-F8BB-30CF1BAE2D6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119432A-8B6F-76F0-0D7B-30A66B9629A3}"/>
              </a:ext>
            </a:extLst>
          </p:cNvPr>
          <p:cNvSpPr>
            <a:spLocks noGrp="1"/>
          </p:cNvSpPr>
          <p:nvPr>
            <p:ph type="dt" sz="half" idx="10"/>
          </p:nvPr>
        </p:nvSpPr>
        <p:spPr/>
        <p:txBody>
          <a:bodyPr/>
          <a:lstStyle/>
          <a:p>
            <a:fld id="{D66C86BF-26DF-47F2-BBA6-FB99F1E1025C}" type="datetimeFigureOut">
              <a:rPr lang="en-US" smtClean="0"/>
              <a:t>2/10/2026</a:t>
            </a:fld>
            <a:endParaRPr lang="en-US"/>
          </a:p>
        </p:txBody>
      </p:sp>
      <p:sp>
        <p:nvSpPr>
          <p:cNvPr id="5" name="Footer Placeholder 4">
            <a:extLst>
              <a:ext uri="{FF2B5EF4-FFF2-40B4-BE49-F238E27FC236}">
                <a16:creationId xmlns:a16="http://schemas.microsoft.com/office/drawing/2014/main" id="{82C8D616-BCA7-5689-02D1-3CA3EA8840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3983D8B-7730-9BA0-75AA-DC12AF5D041B}"/>
              </a:ext>
            </a:extLst>
          </p:cNvPr>
          <p:cNvSpPr>
            <a:spLocks noGrp="1"/>
          </p:cNvSpPr>
          <p:nvPr>
            <p:ph type="sldNum" sz="quarter" idx="12"/>
          </p:nvPr>
        </p:nvSpPr>
        <p:spPr/>
        <p:txBody>
          <a:bodyPr/>
          <a:lstStyle/>
          <a:p>
            <a:fld id="{C8F35010-364B-470B-BB6C-DCBBE63D2E54}" type="slidenum">
              <a:rPr lang="en-US" smtClean="0"/>
              <a:t>‹#›</a:t>
            </a:fld>
            <a:endParaRPr lang="en-US"/>
          </a:p>
        </p:txBody>
      </p:sp>
    </p:spTree>
    <p:extLst>
      <p:ext uri="{BB962C8B-B14F-4D97-AF65-F5344CB8AC3E}">
        <p14:creationId xmlns:p14="http://schemas.microsoft.com/office/powerpoint/2010/main" val="404125347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CBEEC88-9CA5-4612-35B7-82E0244A797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23ADCC53-C329-CE13-38A1-EB94C1E16CA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4D1CA58-D0E5-D20E-2F11-B1014BAA02F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D66C86BF-26DF-47F2-BBA6-FB99F1E1025C}" type="datetimeFigureOut">
              <a:rPr lang="en-US" smtClean="0"/>
              <a:t>2/10/2026</a:t>
            </a:fld>
            <a:endParaRPr lang="en-US"/>
          </a:p>
        </p:txBody>
      </p:sp>
      <p:sp>
        <p:nvSpPr>
          <p:cNvPr id="5" name="Footer Placeholder 4">
            <a:extLst>
              <a:ext uri="{FF2B5EF4-FFF2-40B4-BE49-F238E27FC236}">
                <a16:creationId xmlns:a16="http://schemas.microsoft.com/office/drawing/2014/main" id="{4E54645D-A023-304B-CF92-E94304A16A6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ABE39631-FBA3-5F80-C564-B320E69D3D5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8F35010-364B-470B-BB6C-DCBBE63D2E54}" type="slidenum">
              <a:rPr lang="en-US" smtClean="0"/>
              <a:t>‹#›</a:t>
            </a:fld>
            <a:endParaRPr lang="en-US"/>
          </a:p>
        </p:txBody>
      </p:sp>
      <p:sp>
        <p:nvSpPr>
          <p:cNvPr id="8" name="TextBox 7">
            <a:extLst>
              <a:ext uri="{FF2B5EF4-FFF2-40B4-BE49-F238E27FC236}">
                <a16:creationId xmlns:a16="http://schemas.microsoft.com/office/drawing/2014/main" id="{3D09B860-F767-CF44-CE1F-64E3F076B1FC}"/>
              </a:ext>
            </a:extLst>
          </p:cNvPr>
          <p:cNvSpPr txBox="1"/>
          <p:nvPr userDrawn="1">
            <p:extLst>
              <p:ext uri="{1162E1C5-73C7-4A58-AE30-91384D911F3F}">
                <p184:classification xmlns:p184="http://schemas.microsoft.com/office/powerpoint/2018/4/main" val="ftr"/>
              </p:ext>
            </p:extLst>
          </p:nvPr>
        </p:nvSpPr>
        <p:spPr>
          <a:xfrm>
            <a:off x="5678488" y="6672580"/>
            <a:ext cx="855662" cy="121920"/>
          </a:xfrm>
          <a:prstGeom prst="rect">
            <a:avLst/>
          </a:prstGeom>
        </p:spPr>
        <p:txBody>
          <a:bodyPr horzOverflow="overflow" lIns="0" tIns="0" rIns="0" bIns="0">
            <a:spAutoFit/>
          </a:bodyPr>
          <a:lstStyle/>
          <a:p>
            <a:pPr algn="l"/>
            <a:r>
              <a:rPr lang="en-US" sz="800">
                <a:solidFill>
                  <a:srgbClr val="000000">
                    <a:alpha val="50000"/>
                  </a:srgbClr>
                </a:solidFill>
                <a:latin typeface="Aptos" panose="020B0004020202020204" pitchFamily="34" charset="0"/>
              </a:rPr>
              <a:t>General - RPS Data</a:t>
            </a:r>
          </a:p>
        </p:txBody>
      </p:sp>
    </p:spTree>
    <p:extLst>
      <p:ext uri="{BB962C8B-B14F-4D97-AF65-F5344CB8AC3E}">
        <p14:creationId xmlns:p14="http://schemas.microsoft.com/office/powerpoint/2010/main" val="341165308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24.jpe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25.jpe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hyperlink" Target="https://github.com/varsha21-pr/DoneVia-todo-taskmanager.git" TargetMode="External"/><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image" Target="../media/image27.jpe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image" Target="../media/image2.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187CC"/>
        </a:solidFill>
        <a:effectLst/>
      </p:bgPr>
    </p:bg>
    <p:spTree>
      <p:nvGrpSpPr>
        <p:cNvPr id="1" name=""/>
        <p:cNvGrpSpPr/>
        <p:nvPr/>
      </p:nvGrpSpPr>
      <p:grpSpPr>
        <a:xfrm>
          <a:off x="0" y="0"/>
          <a:ext cx="0" cy="0"/>
          <a:chOff x="0" y="0"/>
          <a:chExt cx="0" cy="0"/>
        </a:xfrm>
      </p:grpSpPr>
      <p:pic>
        <p:nvPicPr>
          <p:cNvPr id="4" name="Picture 4"/>
          <p:cNvPicPr>
            <a:picLocks noChangeAspect="1"/>
          </p:cNvPicPr>
          <p:nvPr/>
        </p:nvPicPr>
        <p:blipFill rotWithShape="1">
          <a:blip r:embed="rId2"/>
          <a:srcRect l="1" r="-387" b="18588"/>
          <a:stretch/>
        </p:blipFill>
        <p:spPr>
          <a:xfrm>
            <a:off x="366227" y="237669"/>
            <a:ext cx="1212311" cy="788699"/>
          </a:xfrm>
          <a:prstGeom prst="rect">
            <a:avLst/>
          </a:prstGeom>
        </p:spPr>
      </p:pic>
      <p:sp>
        <p:nvSpPr>
          <p:cNvPr id="6" name="TextBox 6"/>
          <p:cNvSpPr txBox="1"/>
          <p:nvPr/>
        </p:nvSpPr>
        <p:spPr>
          <a:xfrm>
            <a:off x="366227" y="1503753"/>
            <a:ext cx="11555519" cy="998863"/>
          </a:xfrm>
          <a:prstGeom prst="rect">
            <a:avLst/>
          </a:prstGeom>
        </p:spPr>
        <p:txBody>
          <a:bodyPr wrap="square" lIns="0" tIns="0" rIns="0" bIns="0" rtlCol="0" anchor="t">
            <a:spAutoFit/>
          </a:bodyPr>
          <a:lstStyle/>
          <a:p>
            <a:pPr>
              <a:lnSpc>
                <a:spcPts val="9425"/>
              </a:lnSpc>
              <a:spcBef>
                <a:spcPct val="0"/>
              </a:spcBef>
            </a:pPr>
            <a:r>
              <a:rPr lang="en-US" sz="2800" dirty="0">
                <a:solidFill>
                  <a:srgbClr val="FFFFFF"/>
                </a:solidFill>
                <a:latin typeface="Calibri" panose="020F0502020204030204" pitchFamily="34" charset="0"/>
                <a:ea typeface="Calibri" panose="020F0502020204030204" pitchFamily="34" charset="0"/>
                <a:cs typeface="Calibri" panose="020F0502020204030204" pitchFamily="34" charset="0"/>
              </a:rPr>
              <a:t>WIPRO NGA Program – 25SUB4530_CP_JAVA</a:t>
            </a:r>
          </a:p>
        </p:txBody>
      </p:sp>
      <p:sp>
        <p:nvSpPr>
          <p:cNvPr id="7" name="TextBox 7"/>
          <p:cNvSpPr txBox="1"/>
          <p:nvPr/>
        </p:nvSpPr>
        <p:spPr>
          <a:xfrm>
            <a:off x="366227" y="3275236"/>
            <a:ext cx="6780319" cy="574966"/>
          </a:xfrm>
          <a:prstGeom prst="rect">
            <a:avLst/>
          </a:prstGeom>
        </p:spPr>
        <p:txBody>
          <a:bodyPr wrap="square" lIns="0" tIns="0" rIns="0" bIns="0" rtlCol="0" anchor="t">
            <a:spAutoFit/>
          </a:bodyPr>
          <a:lstStyle/>
          <a:p>
            <a:pPr algn="just">
              <a:lnSpc>
                <a:spcPts val="2239"/>
              </a:lnSpc>
              <a:spcBef>
                <a:spcPct val="0"/>
              </a:spcBef>
            </a:pPr>
            <a:r>
              <a:rPr lang="en-US" sz="2400" dirty="0">
                <a:solidFill>
                  <a:srgbClr val="FFFFFF"/>
                </a:solidFill>
                <a:latin typeface="HK Grotesk" pitchFamily="2" charset="77"/>
              </a:rPr>
              <a:t>Capstone Project Presentation – 9</a:t>
            </a:r>
            <a:r>
              <a:rPr lang="en-US" sz="2400" baseline="30000" dirty="0">
                <a:solidFill>
                  <a:srgbClr val="FFFFFF"/>
                </a:solidFill>
                <a:latin typeface="HK Grotesk" pitchFamily="2" charset="77"/>
              </a:rPr>
              <a:t>th</a:t>
            </a:r>
            <a:r>
              <a:rPr lang="en-US" sz="2400" dirty="0">
                <a:solidFill>
                  <a:srgbClr val="FFFFFF"/>
                </a:solidFill>
                <a:latin typeface="HK Grotesk" pitchFamily="2" charset="77"/>
              </a:rPr>
              <a:t> Feb &amp; 10</a:t>
            </a:r>
            <a:r>
              <a:rPr lang="en-US" sz="2400" baseline="30000" dirty="0">
                <a:solidFill>
                  <a:srgbClr val="FFFFFF"/>
                </a:solidFill>
                <a:latin typeface="HK Grotesk" pitchFamily="2" charset="77"/>
              </a:rPr>
              <a:t>th</a:t>
            </a:r>
            <a:r>
              <a:rPr lang="en-US" sz="2400" dirty="0">
                <a:solidFill>
                  <a:srgbClr val="FFFFFF"/>
                </a:solidFill>
                <a:latin typeface="HK Grotesk" pitchFamily="2" charset="77"/>
              </a:rPr>
              <a:t> Feb   2026</a:t>
            </a:r>
          </a:p>
        </p:txBody>
      </p:sp>
      <p:sp>
        <p:nvSpPr>
          <p:cNvPr id="8" name="TextBox 8"/>
          <p:cNvSpPr txBox="1"/>
          <p:nvPr/>
        </p:nvSpPr>
        <p:spPr>
          <a:xfrm>
            <a:off x="366226" y="6140450"/>
            <a:ext cx="4172935" cy="221664"/>
          </a:xfrm>
          <a:prstGeom prst="rect">
            <a:avLst/>
          </a:prstGeom>
        </p:spPr>
        <p:txBody>
          <a:bodyPr lIns="0" tIns="0" rIns="0" bIns="0" rtlCol="0" anchor="t">
            <a:spAutoFit/>
          </a:bodyPr>
          <a:lstStyle/>
          <a:p>
            <a:pPr algn="just">
              <a:lnSpc>
                <a:spcPts val="1867"/>
              </a:lnSpc>
              <a:spcBef>
                <a:spcPct val="0"/>
              </a:spcBef>
            </a:pPr>
            <a:r>
              <a:rPr lang="en-US" sz="1333" spc="133" dirty="0">
                <a:solidFill>
                  <a:srgbClr val="FFFFFF"/>
                </a:solidFill>
                <a:latin typeface="HK Grotesk Light Bold"/>
              </a:rPr>
              <a:t>www.rpsconsulting.in</a:t>
            </a:r>
          </a:p>
        </p:txBody>
      </p:sp>
      <p:sp>
        <p:nvSpPr>
          <p:cNvPr id="2" name="TextBox 7">
            <a:extLst>
              <a:ext uri="{FF2B5EF4-FFF2-40B4-BE49-F238E27FC236}">
                <a16:creationId xmlns:a16="http://schemas.microsoft.com/office/drawing/2014/main" id="{ED66556B-B256-8D8D-E60E-0C5895B5FFA5}"/>
              </a:ext>
            </a:extLst>
          </p:cNvPr>
          <p:cNvSpPr txBox="1"/>
          <p:nvPr/>
        </p:nvSpPr>
        <p:spPr>
          <a:xfrm>
            <a:off x="366226" y="5061410"/>
            <a:ext cx="6780319" cy="574966"/>
          </a:xfrm>
          <a:prstGeom prst="rect">
            <a:avLst/>
          </a:prstGeom>
        </p:spPr>
        <p:txBody>
          <a:bodyPr wrap="square" lIns="0" tIns="0" rIns="0" bIns="0" rtlCol="0" anchor="t">
            <a:spAutoFit/>
          </a:bodyPr>
          <a:lstStyle/>
          <a:p>
            <a:pPr algn="just">
              <a:lnSpc>
                <a:spcPts val="2239"/>
              </a:lnSpc>
              <a:spcBef>
                <a:spcPct val="0"/>
              </a:spcBef>
            </a:pPr>
            <a:r>
              <a:rPr lang="en-US" sz="2400" dirty="0">
                <a:solidFill>
                  <a:srgbClr val="FFFFFF"/>
                </a:solidFill>
                <a:latin typeface="HK Grotesk" pitchFamily="2" charset="77"/>
              </a:rPr>
              <a:t>Presented by – Varsha P R</a:t>
            </a:r>
          </a:p>
          <a:p>
            <a:pPr algn="just">
              <a:lnSpc>
                <a:spcPts val="2239"/>
              </a:lnSpc>
              <a:spcBef>
                <a:spcPct val="0"/>
              </a:spcBef>
            </a:pPr>
            <a:r>
              <a:rPr lang="en-US" sz="2400" dirty="0">
                <a:solidFill>
                  <a:srgbClr val="FFFFFF"/>
                </a:solidFill>
                <a:latin typeface="HK Grotesk" pitchFamily="2" charset="77"/>
              </a:rPr>
              <a:t>                            Jayanth V L K</a:t>
            </a:r>
          </a:p>
        </p:txBody>
      </p:sp>
      <p:sp>
        <p:nvSpPr>
          <p:cNvPr id="3" name="TextBox 7">
            <a:extLst>
              <a:ext uri="{FF2B5EF4-FFF2-40B4-BE49-F238E27FC236}">
                <a16:creationId xmlns:a16="http://schemas.microsoft.com/office/drawing/2014/main" id="{21F87AA7-2FEF-9248-CC8B-6951622F8F14}"/>
              </a:ext>
            </a:extLst>
          </p:cNvPr>
          <p:cNvSpPr txBox="1"/>
          <p:nvPr/>
        </p:nvSpPr>
        <p:spPr>
          <a:xfrm>
            <a:off x="366227" y="4136906"/>
            <a:ext cx="6780319" cy="292837"/>
          </a:xfrm>
          <a:prstGeom prst="rect">
            <a:avLst/>
          </a:prstGeom>
        </p:spPr>
        <p:txBody>
          <a:bodyPr wrap="square" lIns="0" tIns="0" rIns="0" bIns="0" rtlCol="0" anchor="t">
            <a:spAutoFit/>
          </a:bodyPr>
          <a:lstStyle/>
          <a:p>
            <a:pPr algn="just">
              <a:lnSpc>
                <a:spcPts val="2239"/>
              </a:lnSpc>
              <a:spcBef>
                <a:spcPct val="0"/>
              </a:spcBef>
            </a:pPr>
            <a:r>
              <a:rPr lang="en-US" sz="2400" dirty="0">
                <a:solidFill>
                  <a:srgbClr val="FFFFFF"/>
                </a:solidFill>
                <a:latin typeface="HK Grotesk" pitchFamily="2" charset="77"/>
              </a:rPr>
              <a:t>Project Title – Task/To-Do Management Application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B7AE17-255B-EFAF-AB19-35D5726D4935}"/>
            </a:ext>
          </a:extLst>
        </p:cNvPr>
        <p:cNvGrpSpPr/>
        <p:nvPr/>
      </p:nvGrpSpPr>
      <p:grpSpPr>
        <a:xfrm>
          <a:off x="0" y="0"/>
          <a:ext cx="0" cy="0"/>
          <a:chOff x="0" y="0"/>
          <a:chExt cx="0" cy="0"/>
        </a:xfrm>
      </p:grpSpPr>
      <p:sp>
        <p:nvSpPr>
          <p:cNvPr id="29" name="Rectangle 155">
            <a:extLst>
              <a:ext uri="{FF2B5EF4-FFF2-40B4-BE49-F238E27FC236}">
                <a16:creationId xmlns:a16="http://schemas.microsoft.com/office/drawing/2014/main" id="{FE3526C0-0D62-E999-846D-539DB0F96A06}"/>
              </a:ext>
            </a:extLst>
          </p:cNvPr>
          <p:cNvSpPr/>
          <p:nvPr/>
        </p:nvSpPr>
        <p:spPr>
          <a:xfrm>
            <a:off x="498045" y="279122"/>
            <a:ext cx="10102565" cy="553998"/>
          </a:xfrm>
          <a:prstGeom prst="rect">
            <a:avLst/>
          </a:prstGeom>
        </p:spPr>
        <p:txBody>
          <a:bodyPr wrap="square" lIns="0" tIns="0" rIns="0" bIns="0">
            <a:spAutoFit/>
          </a:bodyPr>
          <a:lstStyle/>
          <a:p>
            <a:pPr>
              <a:spcBef>
                <a:spcPct val="0"/>
              </a:spcBef>
            </a:pPr>
            <a:r>
              <a:rPr lang="en-US" sz="3600" b="1" dirty="0">
                <a:solidFill>
                  <a:srgbClr val="0187CC"/>
                </a:solidFill>
                <a:latin typeface="HK Grotesk Bold"/>
              </a:rPr>
              <a:t>Objective of the Project</a:t>
            </a:r>
          </a:p>
        </p:txBody>
      </p:sp>
      <p:pic>
        <p:nvPicPr>
          <p:cNvPr id="2" name="Picture 1" descr="Logo&#10;&#10;Description automatically generated">
            <a:extLst>
              <a:ext uri="{FF2B5EF4-FFF2-40B4-BE49-F238E27FC236}">
                <a16:creationId xmlns:a16="http://schemas.microsoft.com/office/drawing/2014/main" id="{CE32E4E7-27A9-CE4B-8AB0-AA5E86AA8E4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8630" y="6397884"/>
            <a:ext cx="645766" cy="422937"/>
          </a:xfrm>
          <a:prstGeom prst="rect">
            <a:avLst/>
          </a:prstGeom>
        </p:spPr>
      </p:pic>
      <p:sp>
        <p:nvSpPr>
          <p:cNvPr id="3" name="TextBox 5">
            <a:extLst>
              <a:ext uri="{FF2B5EF4-FFF2-40B4-BE49-F238E27FC236}">
                <a16:creationId xmlns:a16="http://schemas.microsoft.com/office/drawing/2014/main" id="{3222EB71-F821-F852-BAE8-F9C461EA6C98}"/>
              </a:ext>
            </a:extLst>
          </p:cNvPr>
          <p:cNvSpPr txBox="1"/>
          <p:nvPr/>
        </p:nvSpPr>
        <p:spPr>
          <a:xfrm>
            <a:off x="4424757" y="6418579"/>
            <a:ext cx="6259403" cy="240665"/>
          </a:xfrm>
          <a:prstGeom prst="rect">
            <a:avLst/>
          </a:prstGeom>
        </p:spPr>
        <p:txBody>
          <a:bodyPr lIns="0" tIns="0" rIns="0" bIns="0" rtlCol="0" anchor="t">
            <a:spAutoFit/>
          </a:bodyPr>
          <a:lstStyle/>
          <a:p>
            <a:pPr algn="r">
              <a:lnSpc>
                <a:spcPts val="1960"/>
              </a:lnSpc>
              <a:spcBef>
                <a:spcPct val="0"/>
              </a:spcBef>
            </a:pPr>
            <a:r>
              <a:rPr lang="en-US" sz="1400" spc="140" dirty="0">
                <a:solidFill>
                  <a:srgbClr val="000000"/>
                </a:solidFill>
                <a:latin typeface="HK Grotesk Light"/>
              </a:rPr>
              <a:t>2024 - RPS Consulting all rights reserved</a:t>
            </a:r>
          </a:p>
        </p:txBody>
      </p:sp>
      <p:sp>
        <p:nvSpPr>
          <p:cNvPr id="6" name="Slide Number Placeholder 5">
            <a:extLst>
              <a:ext uri="{FF2B5EF4-FFF2-40B4-BE49-F238E27FC236}">
                <a16:creationId xmlns:a16="http://schemas.microsoft.com/office/drawing/2014/main" id="{CB6264C8-542D-6BAC-F31C-291E314EAB7E}"/>
              </a:ext>
            </a:extLst>
          </p:cNvPr>
          <p:cNvSpPr>
            <a:spLocks noGrp="1"/>
          </p:cNvSpPr>
          <p:nvPr>
            <p:ph type="sldNum" sz="quarter" idx="12"/>
          </p:nvPr>
        </p:nvSpPr>
        <p:spPr/>
        <p:txBody>
          <a:bodyPr/>
          <a:lstStyle/>
          <a:p>
            <a:fld id="{C8F35010-364B-470B-BB6C-DCBBE63D2E54}" type="slidenum">
              <a:rPr lang="en-US" smtClean="0">
                <a:solidFill>
                  <a:schemeClr val="tx1"/>
                </a:solidFill>
              </a:rPr>
              <a:t>2</a:t>
            </a:fld>
            <a:endParaRPr lang="en-US" dirty="0">
              <a:solidFill>
                <a:schemeClr val="tx1"/>
              </a:solidFill>
            </a:endParaRPr>
          </a:p>
        </p:txBody>
      </p:sp>
      <p:sp>
        <p:nvSpPr>
          <p:cNvPr id="4" name="TextBox 3">
            <a:extLst>
              <a:ext uri="{FF2B5EF4-FFF2-40B4-BE49-F238E27FC236}">
                <a16:creationId xmlns:a16="http://schemas.microsoft.com/office/drawing/2014/main" id="{DC834CDC-2435-88E7-E908-66FF8BBA8773}"/>
              </a:ext>
            </a:extLst>
          </p:cNvPr>
          <p:cNvSpPr txBox="1"/>
          <p:nvPr/>
        </p:nvSpPr>
        <p:spPr>
          <a:xfrm>
            <a:off x="498044" y="924081"/>
            <a:ext cx="6079737" cy="5262979"/>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lvl="0" indent="-285750" algn="just">
              <a:buFont typeface="Arial" panose="020B0604020202020204" pitchFamily="34" charset="0"/>
              <a:buChar char="•"/>
            </a:pPr>
            <a:r>
              <a:rPr lang="en-US" sz="2400" dirty="0"/>
              <a:t>To allow users to create, update, and delete tasks easily</a:t>
            </a:r>
          </a:p>
          <a:p>
            <a:pPr marL="285750" lvl="0" indent="-285750" algn="just">
              <a:buFont typeface="Arial" panose="020B0604020202020204" pitchFamily="34" charset="0"/>
              <a:buChar char="•"/>
            </a:pPr>
            <a:r>
              <a:rPr lang="en-US" sz="2400" dirty="0"/>
              <a:t>Track the task status as pending and completed</a:t>
            </a:r>
          </a:p>
          <a:p>
            <a:pPr marL="285750" lvl="0" indent="-285750" algn="just">
              <a:buFont typeface="Arial" panose="020B0604020202020204" pitchFamily="34" charset="0"/>
              <a:buChar char="•"/>
            </a:pPr>
            <a:r>
              <a:rPr lang="en-US" sz="2400" dirty="0"/>
              <a:t>To store user and task data securely in a data base</a:t>
            </a:r>
            <a:endParaRPr lang="en-IN" sz="2400" dirty="0"/>
          </a:p>
          <a:p>
            <a:pPr marL="285750" lvl="0" indent="-285750" algn="just">
              <a:buFont typeface="Arial" panose="020B0604020202020204" pitchFamily="34" charset="0"/>
              <a:buChar char="•"/>
            </a:pPr>
            <a:r>
              <a:rPr lang="en-IN" sz="2400" dirty="0"/>
              <a:t>Provide clear visibility of tasks</a:t>
            </a:r>
          </a:p>
          <a:p>
            <a:pPr marL="285750" lvl="0" indent="-285750" algn="just">
              <a:buFont typeface="Arial" panose="020B0604020202020204" pitchFamily="34" charset="0"/>
              <a:buChar char="•"/>
            </a:pPr>
            <a:r>
              <a:rPr lang="en-US" sz="2400" dirty="0"/>
              <a:t>To demonstrate real-world full-stack development using Angular and Spring Boot.</a:t>
            </a:r>
          </a:p>
          <a:p>
            <a:pPr marL="285750" lvl="0" indent="-285750" algn="just">
              <a:buFont typeface="Arial" panose="020B0604020202020204" pitchFamily="34" charset="0"/>
              <a:buChar char="•"/>
            </a:pPr>
            <a:r>
              <a:rPr lang="en-US" sz="2400" dirty="0"/>
              <a:t>To deploy the application using modern DevOps tools like Docker and Microsoft Azure.</a:t>
            </a:r>
          </a:p>
          <a:p>
            <a:pPr marL="285750" lvl="0" indent="-285750" algn="just">
              <a:buFont typeface="Arial" panose="020B0604020202020204" pitchFamily="34" charset="0"/>
              <a:buChar char="•"/>
            </a:pPr>
            <a:endParaRPr lang="en-IN" sz="2400" dirty="0"/>
          </a:p>
        </p:txBody>
      </p:sp>
      <p:pic>
        <p:nvPicPr>
          <p:cNvPr id="7" name="Picture 6">
            <a:extLst>
              <a:ext uri="{FF2B5EF4-FFF2-40B4-BE49-F238E27FC236}">
                <a16:creationId xmlns:a16="http://schemas.microsoft.com/office/drawing/2014/main" id="{510A4483-5D8F-6FE0-A912-379651DD7BA2}"/>
              </a:ext>
            </a:extLst>
          </p:cNvPr>
          <p:cNvPicPr>
            <a:picLocks noChangeAspect="1"/>
          </p:cNvPicPr>
          <p:nvPr/>
        </p:nvPicPr>
        <p:blipFill>
          <a:blip r:embed="rId3">
            <a:extLst>
              <a:ext uri="{28A0092B-C50C-407E-A947-70E740481C1C}">
                <a14:useLocalDpi xmlns:a14="http://schemas.microsoft.com/office/drawing/2010/main" val="0"/>
              </a:ext>
            </a:extLst>
          </a:blip>
          <a:srcRect r="3000" b="8000"/>
          <a:stretch>
            <a:fillRect/>
          </a:stretch>
        </p:blipFill>
        <p:spPr>
          <a:xfrm>
            <a:off x="7218680" y="833120"/>
            <a:ext cx="4434840" cy="4206240"/>
          </a:xfrm>
          <a:prstGeom prst="rect">
            <a:avLst/>
          </a:prstGeom>
        </p:spPr>
      </p:pic>
    </p:spTree>
    <p:extLst>
      <p:ext uri="{BB962C8B-B14F-4D97-AF65-F5344CB8AC3E}">
        <p14:creationId xmlns:p14="http://schemas.microsoft.com/office/powerpoint/2010/main" val="405102212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B8A75A-540A-EA2A-8491-752EE52DA4DD}"/>
            </a:ext>
          </a:extLst>
        </p:cNvPr>
        <p:cNvGrpSpPr/>
        <p:nvPr/>
      </p:nvGrpSpPr>
      <p:grpSpPr>
        <a:xfrm>
          <a:off x="0" y="0"/>
          <a:ext cx="0" cy="0"/>
          <a:chOff x="0" y="0"/>
          <a:chExt cx="0" cy="0"/>
        </a:xfrm>
      </p:grpSpPr>
      <p:sp>
        <p:nvSpPr>
          <p:cNvPr id="29" name="Rectangle 155">
            <a:extLst>
              <a:ext uri="{FF2B5EF4-FFF2-40B4-BE49-F238E27FC236}">
                <a16:creationId xmlns:a16="http://schemas.microsoft.com/office/drawing/2014/main" id="{4B6EC96A-7B16-0E43-89C5-102C82D60623}"/>
              </a:ext>
            </a:extLst>
          </p:cNvPr>
          <p:cNvSpPr/>
          <p:nvPr/>
        </p:nvSpPr>
        <p:spPr>
          <a:xfrm>
            <a:off x="722254" y="612527"/>
            <a:ext cx="10102565" cy="492443"/>
          </a:xfrm>
          <a:prstGeom prst="rect">
            <a:avLst/>
          </a:prstGeom>
        </p:spPr>
        <p:txBody>
          <a:bodyPr wrap="square" lIns="0" tIns="0" rIns="0" bIns="0">
            <a:spAutoFit/>
          </a:bodyPr>
          <a:lstStyle/>
          <a:p>
            <a:pPr>
              <a:spcBef>
                <a:spcPct val="0"/>
              </a:spcBef>
            </a:pPr>
            <a:r>
              <a:rPr lang="en-US" sz="3200" b="1" dirty="0">
                <a:solidFill>
                  <a:srgbClr val="0187CC"/>
                </a:solidFill>
                <a:latin typeface="HK Grotesk Bold"/>
              </a:rPr>
              <a:t>Technology Stack</a:t>
            </a:r>
          </a:p>
        </p:txBody>
      </p:sp>
      <p:pic>
        <p:nvPicPr>
          <p:cNvPr id="2" name="Picture 1" descr="Logo&#10;&#10;Description automatically generated">
            <a:extLst>
              <a:ext uri="{FF2B5EF4-FFF2-40B4-BE49-F238E27FC236}">
                <a16:creationId xmlns:a16="http://schemas.microsoft.com/office/drawing/2014/main" id="{727D1B57-93E6-C3AC-7C1E-DDE3DF4D8C0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8630" y="6397884"/>
            <a:ext cx="645766" cy="422937"/>
          </a:xfrm>
          <a:prstGeom prst="rect">
            <a:avLst/>
          </a:prstGeom>
        </p:spPr>
      </p:pic>
      <p:sp>
        <p:nvSpPr>
          <p:cNvPr id="3" name="TextBox 5">
            <a:extLst>
              <a:ext uri="{FF2B5EF4-FFF2-40B4-BE49-F238E27FC236}">
                <a16:creationId xmlns:a16="http://schemas.microsoft.com/office/drawing/2014/main" id="{065983DD-06FA-804D-CCA7-5DAA173680AC}"/>
              </a:ext>
            </a:extLst>
          </p:cNvPr>
          <p:cNvSpPr txBox="1"/>
          <p:nvPr/>
        </p:nvSpPr>
        <p:spPr>
          <a:xfrm>
            <a:off x="4424757" y="6418579"/>
            <a:ext cx="6259403" cy="240665"/>
          </a:xfrm>
          <a:prstGeom prst="rect">
            <a:avLst/>
          </a:prstGeom>
        </p:spPr>
        <p:txBody>
          <a:bodyPr lIns="0" tIns="0" rIns="0" bIns="0" rtlCol="0" anchor="t">
            <a:spAutoFit/>
          </a:bodyPr>
          <a:lstStyle/>
          <a:p>
            <a:pPr algn="r">
              <a:lnSpc>
                <a:spcPts val="1960"/>
              </a:lnSpc>
              <a:spcBef>
                <a:spcPct val="0"/>
              </a:spcBef>
            </a:pPr>
            <a:r>
              <a:rPr lang="en-US" sz="1400" spc="140" dirty="0">
                <a:solidFill>
                  <a:srgbClr val="000000"/>
                </a:solidFill>
                <a:latin typeface="HK Grotesk Light"/>
              </a:rPr>
              <a:t>2024 - RPS Consulting all rights reserved</a:t>
            </a:r>
          </a:p>
        </p:txBody>
      </p:sp>
      <p:sp>
        <p:nvSpPr>
          <p:cNvPr id="6" name="Slide Number Placeholder 5">
            <a:extLst>
              <a:ext uri="{FF2B5EF4-FFF2-40B4-BE49-F238E27FC236}">
                <a16:creationId xmlns:a16="http://schemas.microsoft.com/office/drawing/2014/main" id="{E050AFFE-960F-924B-CB6D-C928F5101484}"/>
              </a:ext>
            </a:extLst>
          </p:cNvPr>
          <p:cNvSpPr>
            <a:spLocks noGrp="1"/>
          </p:cNvSpPr>
          <p:nvPr>
            <p:ph type="sldNum" sz="quarter" idx="12"/>
          </p:nvPr>
        </p:nvSpPr>
        <p:spPr/>
        <p:txBody>
          <a:bodyPr/>
          <a:lstStyle/>
          <a:p>
            <a:fld id="{C8F35010-364B-470B-BB6C-DCBBE63D2E54}" type="slidenum">
              <a:rPr lang="en-US" smtClean="0">
                <a:solidFill>
                  <a:schemeClr val="tx1"/>
                </a:solidFill>
              </a:rPr>
              <a:t>3</a:t>
            </a:fld>
            <a:endParaRPr lang="en-US" dirty="0">
              <a:solidFill>
                <a:schemeClr val="tx1"/>
              </a:solidFill>
            </a:endParaRPr>
          </a:p>
        </p:txBody>
      </p:sp>
      <p:sp>
        <p:nvSpPr>
          <p:cNvPr id="4" name="TextBox 3">
            <a:extLst>
              <a:ext uri="{FF2B5EF4-FFF2-40B4-BE49-F238E27FC236}">
                <a16:creationId xmlns:a16="http://schemas.microsoft.com/office/drawing/2014/main" id="{1779B1A5-7751-21D6-093C-00DB85198596}"/>
              </a:ext>
            </a:extLst>
          </p:cNvPr>
          <p:cNvSpPr txBox="1"/>
          <p:nvPr/>
        </p:nvSpPr>
        <p:spPr>
          <a:xfrm>
            <a:off x="962886" y="1402700"/>
            <a:ext cx="8758630" cy="4431983"/>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buFont typeface="Arial" panose="020B0604020202020204" pitchFamily="34" charset="0"/>
              <a:buChar char="•"/>
            </a:pPr>
            <a:r>
              <a:rPr lang="en-IN" sz="2400" b="1" dirty="0"/>
              <a:t>Frontend:</a:t>
            </a:r>
            <a:endParaRPr lang="en-IN" sz="2400" dirty="0"/>
          </a:p>
          <a:p>
            <a:pPr lvl="0"/>
            <a:r>
              <a:rPr lang="en-IN" sz="2400" dirty="0"/>
              <a:t>      Angular</a:t>
            </a:r>
          </a:p>
          <a:p>
            <a:pPr lvl="0"/>
            <a:r>
              <a:rPr lang="en-IN" sz="2400" dirty="0"/>
              <a:t>      HTML, CSS, TypeScript</a:t>
            </a:r>
          </a:p>
          <a:p>
            <a:pPr marL="342900" indent="-342900">
              <a:buFont typeface="Arial" panose="020B0604020202020204" pitchFamily="34" charset="0"/>
              <a:buChar char="•"/>
            </a:pPr>
            <a:r>
              <a:rPr lang="en-IN" sz="2400" b="1" dirty="0"/>
              <a:t>Backend:</a:t>
            </a:r>
            <a:endParaRPr lang="en-IN" sz="2400" dirty="0"/>
          </a:p>
          <a:p>
            <a:pPr lvl="0"/>
            <a:r>
              <a:rPr lang="en-IN" sz="2400" dirty="0"/>
              <a:t>      Spring Boot</a:t>
            </a:r>
          </a:p>
          <a:p>
            <a:pPr lvl="0"/>
            <a:r>
              <a:rPr lang="en-IN" sz="2400" dirty="0"/>
              <a:t>      Spring Data JPA</a:t>
            </a:r>
          </a:p>
          <a:p>
            <a:pPr marL="342900" indent="-342900">
              <a:buFont typeface="Arial" panose="020B0604020202020204" pitchFamily="34" charset="0"/>
              <a:buChar char="•"/>
            </a:pPr>
            <a:r>
              <a:rPr lang="en-IN" sz="2400" b="1" dirty="0"/>
              <a:t>Database:</a:t>
            </a:r>
            <a:endParaRPr lang="en-IN" sz="2400" dirty="0"/>
          </a:p>
          <a:p>
            <a:pPr lvl="0"/>
            <a:r>
              <a:rPr lang="en-IN" sz="2400" dirty="0"/>
              <a:t>      MySQL</a:t>
            </a:r>
          </a:p>
          <a:p>
            <a:pPr marL="342900" indent="-342900">
              <a:buFont typeface="Arial" panose="020B0604020202020204" pitchFamily="34" charset="0"/>
              <a:buChar char="•"/>
            </a:pPr>
            <a:r>
              <a:rPr lang="en-IN" sz="2400" b="1" dirty="0"/>
              <a:t>DevOps &amp; Cloud:</a:t>
            </a:r>
            <a:endParaRPr lang="en-IN" sz="2400" dirty="0"/>
          </a:p>
          <a:p>
            <a:pPr lvl="0"/>
            <a:r>
              <a:rPr lang="en-IN" sz="2400" dirty="0"/>
              <a:t>      Docker</a:t>
            </a:r>
          </a:p>
          <a:p>
            <a:pPr lvl="0"/>
            <a:r>
              <a:rPr lang="en-IN" sz="2400" dirty="0"/>
              <a:t>      Azure Container Instances</a:t>
            </a:r>
          </a:p>
          <a:p>
            <a:pPr marL="285750" indent="-285750">
              <a:buFont typeface="Arial" panose="020B0604020202020204" pitchFamily="34" charset="0"/>
              <a:buChar char="•"/>
            </a:pPr>
            <a:endParaRPr lang="en-US" dirty="0">
              <a:solidFill>
                <a:srgbClr val="0187CC"/>
              </a:solidFill>
              <a:latin typeface="HK Grotesk"/>
            </a:endParaRPr>
          </a:p>
        </p:txBody>
      </p:sp>
      <p:pic>
        <p:nvPicPr>
          <p:cNvPr id="7" name="Picture 6">
            <a:extLst>
              <a:ext uri="{FF2B5EF4-FFF2-40B4-BE49-F238E27FC236}">
                <a16:creationId xmlns:a16="http://schemas.microsoft.com/office/drawing/2014/main" id="{E1A210DD-D055-58C8-7B32-22F94255D4A3}"/>
              </a:ext>
            </a:extLst>
          </p:cNvPr>
          <p:cNvPicPr>
            <a:picLocks noChangeAspect="1"/>
          </p:cNvPicPr>
          <p:nvPr/>
        </p:nvPicPr>
        <p:blipFill>
          <a:blip r:embed="rId3">
            <a:extLst>
              <a:ext uri="{28A0092B-C50C-407E-A947-70E740481C1C}">
                <a14:useLocalDpi xmlns:a14="http://schemas.microsoft.com/office/drawing/2010/main" val="0"/>
              </a:ext>
            </a:extLst>
          </a:blip>
          <a:srcRect t="18200" r="2964" b="13701"/>
          <a:stretch>
            <a:fillRect/>
          </a:stretch>
        </p:blipFill>
        <p:spPr>
          <a:xfrm>
            <a:off x="6050280" y="1473200"/>
            <a:ext cx="4820920" cy="3383280"/>
          </a:xfrm>
          <a:prstGeom prst="rect">
            <a:avLst/>
          </a:prstGeom>
        </p:spPr>
      </p:pic>
    </p:spTree>
    <p:extLst>
      <p:ext uri="{BB962C8B-B14F-4D97-AF65-F5344CB8AC3E}">
        <p14:creationId xmlns:p14="http://schemas.microsoft.com/office/powerpoint/2010/main" val="322785759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29D858-B8C6-66BA-A453-3EFFA2F5454C}"/>
            </a:ext>
          </a:extLst>
        </p:cNvPr>
        <p:cNvGrpSpPr/>
        <p:nvPr/>
      </p:nvGrpSpPr>
      <p:grpSpPr>
        <a:xfrm>
          <a:off x="0" y="0"/>
          <a:ext cx="0" cy="0"/>
          <a:chOff x="0" y="0"/>
          <a:chExt cx="0" cy="0"/>
        </a:xfrm>
      </p:grpSpPr>
      <p:sp>
        <p:nvSpPr>
          <p:cNvPr id="29" name="Rectangle 155">
            <a:extLst>
              <a:ext uri="{FF2B5EF4-FFF2-40B4-BE49-F238E27FC236}">
                <a16:creationId xmlns:a16="http://schemas.microsoft.com/office/drawing/2014/main" id="{32660EE9-EC88-F2F7-8241-8E42840845F4}"/>
              </a:ext>
            </a:extLst>
          </p:cNvPr>
          <p:cNvSpPr/>
          <p:nvPr/>
        </p:nvSpPr>
        <p:spPr>
          <a:xfrm>
            <a:off x="754396" y="245328"/>
            <a:ext cx="10102565" cy="553998"/>
          </a:xfrm>
          <a:prstGeom prst="rect">
            <a:avLst/>
          </a:prstGeom>
        </p:spPr>
        <p:txBody>
          <a:bodyPr wrap="square" lIns="0" tIns="0" rIns="0" bIns="0">
            <a:spAutoFit/>
          </a:bodyPr>
          <a:lstStyle/>
          <a:p>
            <a:pPr>
              <a:spcBef>
                <a:spcPct val="0"/>
              </a:spcBef>
            </a:pPr>
            <a:r>
              <a:rPr lang="en-US" sz="3600" b="1" dirty="0">
                <a:solidFill>
                  <a:srgbClr val="0187CC"/>
                </a:solidFill>
                <a:latin typeface="HK Grotesk Bold"/>
              </a:rPr>
              <a:t>System Architecture</a:t>
            </a:r>
          </a:p>
        </p:txBody>
      </p:sp>
      <p:pic>
        <p:nvPicPr>
          <p:cNvPr id="2" name="Picture 1" descr="Logo&#10;&#10;Description automatically generated">
            <a:extLst>
              <a:ext uri="{FF2B5EF4-FFF2-40B4-BE49-F238E27FC236}">
                <a16:creationId xmlns:a16="http://schemas.microsoft.com/office/drawing/2014/main" id="{32685EA5-187E-D7D8-4DEE-6C2ADB374F9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8630" y="6397884"/>
            <a:ext cx="645766" cy="422937"/>
          </a:xfrm>
          <a:prstGeom prst="rect">
            <a:avLst/>
          </a:prstGeom>
        </p:spPr>
      </p:pic>
      <p:sp>
        <p:nvSpPr>
          <p:cNvPr id="3" name="TextBox 5">
            <a:extLst>
              <a:ext uri="{FF2B5EF4-FFF2-40B4-BE49-F238E27FC236}">
                <a16:creationId xmlns:a16="http://schemas.microsoft.com/office/drawing/2014/main" id="{20BFCC09-C6D5-032E-7DF8-A7447A944566}"/>
              </a:ext>
            </a:extLst>
          </p:cNvPr>
          <p:cNvSpPr txBox="1"/>
          <p:nvPr/>
        </p:nvSpPr>
        <p:spPr>
          <a:xfrm>
            <a:off x="4424757" y="6418579"/>
            <a:ext cx="6259403" cy="240665"/>
          </a:xfrm>
          <a:prstGeom prst="rect">
            <a:avLst/>
          </a:prstGeom>
        </p:spPr>
        <p:txBody>
          <a:bodyPr lIns="0" tIns="0" rIns="0" bIns="0" rtlCol="0" anchor="t">
            <a:spAutoFit/>
          </a:bodyPr>
          <a:lstStyle/>
          <a:p>
            <a:pPr algn="r">
              <a:lnSpc>
                <a:spcPts val="1960"/>
              </a:lnSpc>
              <a:spcBef>
                <a:spcPct val="0"/>
              </a:spcBef>
            </a:pPr>
            <a:r>
              <a:rPr lang="en-US" sz="1400" spc="140" dirty="0">
                <a:solidFill>
                  <a:srgbClr val="000000"/>
                </a:solidFill>
                <a:latin typeface="HK Grotesk Light"/>
              </a:rPr>
              <a:t>2024 - RPS Consulting all rights reserved</a:t>
            </a:r>
          </a:p>
        </p:txBody>
      </p:sp>
      <p:sp>
        <p:nvSpPr>
          <p:cNvPr id="6" name="Slide Number Placeholder 5">
            <a:extLst>
              <a:ext uri="{FF2B5EF4-FFF2-40B4-BE49-F238E27FC236}">
                <a16:creationId xmlns:a16="http://schemas.microsoft.com/office/drawing/2014/main" id="{D1207321-55D4-CDA0-F344-F73411D70E02}"/>
              </a:ext>
            </a:extLst>
          </p:cNvPr>
          <p:cNvSpPr>
            <a:spLocks noGrp="1"/>
          </p:cNvSpPr>
          <p:nvPr>
            <p:ph type="sldNum" sz="quarter" idx="12"/>
          </p:nvPr>
        </p:nvSpPr>
        <p:spPr/>
        <p:txBody>
          <a:bodyPr/>
          <a:lstStyle/>
          <a:p>
            <a:fld id="{C8F35010-364B-470B-BB6C-DCBBE63D2E54}" type="slidenum">
              <a:rPr lang="en-US" smtClean="0">
                <a:solidFill>
                  <a:schemeClr val="tx1"/>
                </a:solidFill>
              </a:rPr>
              <a:t>4</a:t>
            </a:fld>
            <a:endParaRPr lang="en-US" dirty="0">
              <a:solidFill>
                <a:schemeClr val="tx1"/>
              </a:solidFill>
            </a:endParaRPr>
          </a:p>
        </p:txBody>
      </p:sp>
      <p:sp>
        <p:nvSpPr>
          <p:cNvPr id="4" name="TextBox 3">
            <a:extLst>
              <a:ext uri="{FF2B5EF4-FFF2-40B4-BE49-F238E27FC236}">
                <a16:creationId xmlns:a16="http://schemas.microsoft.com/office/drawing/2014/main" id="{F1AE8CCE-274F-0CB6-0074-06BF357DB533}"/>
              </a:ext>
            </a:extLst>
          </p:cNvPr>
          <p:cNvSpPr txBox="1"/>
          <p:nvPr/>
        </p:nvSpPr>
        <p:spPr>
          <a:xfrm>
            <a:off x="650240" y="998542"/>
            <a:ext cx="6759784" cy="5016758"/>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lvl="0" indent="-342900" algn="just">
              <a:buFont typeface="Arial" panose="020B0604020202020204" pitchFamily="34" charset="0"/>
              <a:buChar char="•"/>
            </a:pPr>
            <a:r>
              <a:rPr lang="en-US" sz="2000" dirty="0"/>
              <a:t>This project follows a client–server architecture where the Angular frontend acts as the client and the Spring Boot application acts as the server. </a:t>
            </a:r>
          </a:p>
          <a:p>
            <a:pPr lvl="0" algn="just"/>
            <a:endParaRPr lang="en-US" sz="2000" dirty="0"/>
          </a:p>
          <a:p>
            <a:pPr marL="342900" lvl="0" indent="-342900" algn="just">
              <a:buFont typeface="Arial" panose="020B0604020202020204" pitchFamily="34" charset="0"/>
              <a:buChar char="•"/>
            </a:pPr>
            <a:r>
              <a:rPr lang="en-US" sz="2000" dirty="0"/>
              <a:t>The communication between them is handled using REST APIs over HTTP.</a:t>
            </a:r>
          </a:p>
          <a:p>
            <a:pPr lvl="0" algn="just"/>
            <a:endParaRPr lang="en-US" sz="2000" dirty="0"/>
          </a:p>
          <a:p>
            <a:pPr marL="342900" lvl="0" indent="-342900" algn="just">
              <a:buFont typeface="Arial" panose="020B0604020202020204" pitchFamily="34" charset="0"/>
              <a:buChar char="•"/>
            </a:pPr>
            <a:r>
              <a:rPr lang="en-US" sz="2000" dirty="0"/>
              <a:t>Internally, the backend uses a layered architecture with controller, service, and repository layers, along with Spring Data JPA for database interaction.</a:t>
            </a:r>
          </a:p>
          <a:p>
            <a:pPr lvl="0" algn="just"/>
            <a:endParaRPr lang="en-US" sz="2000" dirty="0"/>
          </a:p>
          <a:p>
            <a:pPr marL="342900" lvl="0" indent="-342900" algn="just">
              <a:buFont typeface="Arial" panose="020B0604020202020204" pitchFamily="34" charset="0"/>
              <a:buChar char="•"/>
            </a:pPr>
            <a:r>
              <a:rPr lang="en-US" sz="2000" dirty="0"/>
              <a:t>The application is containerized using Docker to ensure environment consistency, and it is deployed on Azure using App Service with CI/CD enabled through GitHub Actions. This overall mechanism makes the application scalable, modular, and cloud-ready.</a:t>
            </a:r>
            <a:endParaRPr lang="en-IN" sz="2000" dirty="0"/>
          </a:p>
        </p:txBody>
      </p:sp>
      <p:pic>
        <p:nvPicPr>
          <p:cNvPr id="7" name="Picture 6">
            <a:extLst>
              <a:ext uri="{FF2B5EF4-FFF2-40B4-BE49-F238E27FC236}">
                <a16:creationId xmlns:a16="http://schemas.microsoft.com/office/drawing/2014/main" id="{92B535ED-0EBA-596E-A4F9-EDDE1F79CD24}"/>
              </a:ext>
            </a:extLst>
          </p:cNvPr>
          <p:cNvPicPr>
            <a:picLocks noChangeAspect="1"/>
          </p:cNvPicPr>
          <p:nvPr/>
        </p:nvPicPr>
        <p:blipFill>
          <a:blip r:embed="rId3">
            <a:extLst>
              <a:ext uri="{28A0092B-C50C-407E-A947-70E740481C1C}">
                <a14:useLocalDpi xmlns:a14="http://schemas.microsoft.com/office/drawing/2010/main" val="0"/>
              </a:ext>
            </a:extLst>
          </a:blip>
          <a:srcRect t="10786" b="8044"/>
          <a:stretch>
            <a:fillRect/>
          </a:stretch>
        </p:blipFill>
        <p:spPr>
          <a:xfrm>
            <a:off x="7678994" y="1107439"/>
            <a:ext cx="4140519" cy="4791916"/>
          </a:xfrm>
          <a:prstGeom prst="rect">
            <a:avLst/>
          </a:prstGeom>
        </p:spPr>
      </p:pic>
    </p:spTree>
    <p:extLst>
      <p:ext uri="{BB962C8B-B14F-4D97-AF65-F5344CB8AC3E}">
        <p14:creationId xmlns:p14="http://schemas.microsoft.com/office/powerpoint/2010/main" val="162686235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A88064-3DB8-DD03-2CA2-3AB613DF8DFE}"/>
            </a:ext>
          </a:extLst>
        </p:cNvPr>
        <p:cNvGrpSpPr/>
        <p:nvPr/>
      </p:nvGrpSpPr>
      <p:grpSpPr>
        <a:xfrm>
          <a:off x="0" y="0"/>
          <a:ext cx="0" cy="0"/>
          <a:chOff x="0" y="0"/>
          <a:chExt cx="0" cy="0"/>
        </a:xfrm>
      </p:grpSpPr>
      <p:sp>
        <p:nvSpPr>
          <p:cNvPr id="29" name="Rectangle 155">
            <a:extLst>
              <a:ext uri="{FF2B5EF4-FFF2-40B4-BE49-F238E27FC236}">
                <a16:creationId xmlns:a16="http://schemas.microsoft.com/office/drawing/2014/main" id="{224B8E36-4151-A758-4C37-6155D1831E26}"/>
              </a:ext>
            </a:extLst>
          </p:cNvPr>
          <p:cNvSpPr/>
          <p:nvPr/>
        </p:nvSpPr>
        <p:spPr>
          <a:xfrm>
            <a:off x="650147" y="371731"/>
            <a:ext cx="10102565" cy="553998"/>
          </a:xfrm>
          <a:prstGeom prst="rect">
            <a:avLst/>
          </a:prstGeom>
        </p:spPr>
        <p:txBody>
          <a:bodyPr wrap="square" lIns="0" tIns="0" rIns="0" bIns="0">
            <a:spAutoFit/>
          </a:bodyPr>
          <a:lstStyle/>
          <a:p>
            <a:pPr>
              <a:spcBef>
                <a:spcPct val="0"/>
              </a:spcBef>
            </a:pPr>
            <a:r>
              <a:rPr lang="en-US" sz="3600" b="1" dirty="0">
                <a:solidFill>
                  <a:srgbClr val="0187CC"/>
                </a:solidFill>
                <a:latin typeface="HK Grotesk Bold"/>
              </a:rPr>
              <a:t>Core Functionalities</a:t>
            </a:r>
          </a:p>
        </p:txBody>
      </p:sp>
      <p:pic>
        <p:nvPicPr>
          <p:cNvPr id="2" name="Picture 1" descr="Logo&#10;&#10;Description automatically generated">
            <a:extLst>
              <a:ext uri="{FF2B5EF4-FFF2-40B4-BE49-F238E27FC236}">
                <a16:creationId xmlns:a16="http://schemas.microsoft.com/office/drawing/2014/main" id="{CB995443-08F1-905B-C937-34B110C9E5A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8630" y="6397884"/>
            <a:ext cx="645766" cy="422937"/>
          </a:xfrm>
          <a:prstGeom prst="rect">
            <a:avLst/>
          </a:prstGeom>
        </p:spPr>
      </p:pic>
      <p:sp>
        <p:nvSpPr>
          <p:cNvPr id="3" name="TextBox 5">
            <a:extLst>
              <a:ext uri="{FF2B5EF4-FFF2-40B4-BE49-F238E27FC236}">
                <a16:creationId xmlns:a16="http://schemas.microsoft.com/office/drawing/2014/main" id="{CADD31D4-C215-191C-D25F-1FD3541AAD81}"/>
              </a:ext>
            </a:extLst>
          </p:cNvPr>
          <p:cNvSpPr txBox="1"/>
          <p:nvPr/>
        </p:nvSpPr>
        <p:spPr>
          <a:xfrm>
            <a:off x="4424757" y="6418579"/>
            <a:ext cx="6259403" cy="240665"/>
          </a:xfrm>
          <a:prstGeom prst="rect">
            <a:avLst/>
          </a:prstGeom>
        </p:spPr>
        <p:txBody>
          <a:bodyPr lIns="0" tIns="0" rIns="0" bIns="0" rtlCol="0" anchor="t">
            <a:spAutoFit/>
          </a:bodyPr>
          <a:lstStyle/>
          <a:p>
            <a:pPr algn="r">
              <a:lnSpc>
                <a:spcPts val="1960"/>
              </a:lnSpc>
              <a:spcBef>
                <a:spcPct val="0"/>
              </a:spcBef>
            </a:pPr>
            <a:r>
              <a:rPr lang="en-US" sz="1400" spc="140" dirty="0">
                <a:solidFill>
                  <a:srgbClr val="000000"/>
                </a:solidFill>
                <a:latin typeface="HK Grotesk Light"/>
              </a:rPr>
              <a:t>2024 - RPS Consulting all rights reserved</a:t>
            </a:r>
          </a:p>
        </p:txBody>
      </p:sp>
      <p:sp>
        <p:nvSpPr>
          <p:cNvPr id="6" name="Slide Number Placeholder 5">
            <a:extLst>
              <a:ext uri="{FF2B5EF4-FFF2-40B4-BE49-F238E27FC236}">
                <a16:creationId xmlns:a16="http://schemas.microsoft.com/office/drawing/2014/main" id="{67D47313-44DA-44EF-A392-F43C201DA733}"/>
              </a:ext>
            </a:extLst>
          </p:cNvPr>
          <p:cNvSpPr>
            <a:spLocks noGrp="1"/>
          </p:cNvSpPr>
          <p:nvPr>
            <p:ph type="sldNum" sz="quarter" idx="12"/>
          </p:nvPr>
        </p:nvSpPr>
        <p:spPr/>
        <p:txBody>
          <a:bodyPr/>
          <a:lstStyle/>
          <a:p>
            <a:fld id="{C8F35010-364B-470B-BB6C-DCBBE63D2E54}" type="slidenum">
              <a:rPr lang="en-US" smtClean="0">
                <a:solidFill>
                  <a:schemeClr val="tx1"/>
                </a:solidFill>
              </a:rPr>
              <a:t>5</a:t>
            </a:fld>
            <a:endParaRPr lang="en-US" dirty="0">
              <a:solidFill>
                <a:schemeClr val="tx1"/>
              </a:solidFill>
            </a:endParaRPr>
          </a:p>
        </p:txBody>
      </p:sp>
      <p:sp>
        <p:nvSpPr>
          <p:cNvPr id="4" name="TextBox 3">
            <a:extLst>
              <a:ext uri="{FF2B5EF4-FFF2-40B4-BE49-F238E27FC236}">
                <a16:creationId xmlns:a16="http://schemas.microsoft.com/office/drawing/2014/main" id="{AF06E84B-DF70-782D-C3A6-5764ECFA02DF}"/>
              </a:ext>
            </a:extLst>
          </p:cNvPr>
          <p:cNvSpPr txBox="1"/>
          <p:nvPr/>
        </p:nvSpPr>
        <p:spPr>
          <a:xfrm>
            <a:off x="1074353" y="1373428"/>
            <a:ext cx="6590712" cy="3108543"/>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lvl="0" indent="-342900">
              <a:buFont typeface="Arial" panose="020B0604020202020204" pitchFamily="34" charset="0"/>
              <a:buChar char="•"/>
            </a:pPr>
            <a:r>
              <a:rPr lang="en-IN" sz="2800" dirty="0"/>
              <a:t>User login and authentication</a:t>
            </a:r>
          </a:p>
          <a:p>
            <a:pPr marL="342900" lvl="0" indent="-342900">
              <a:buFont typeface="Arial" panose="020B0604020202020204" pitchFamily="34" charset="0"/>
              <a:buChar char="•"/>
            </a:pPr>
            <a:r>
              <a:rPr lang="en-IN" sz="2800" dirty="0"/>
              <a:t>Create new tasks</a:t>
            </a:r>
          </a:p>
          <a:p>
            <a:pPr marL="342900" lvl="0" indent="-342900">
              <a:buFont typeface="Arial" panose="020B0604020202020204" pitchFamily="34" charset="0"/>
              <a:buChar char="•"/>
            </a:pPr>
            <a:r>
              <a:rPr lang="en-IN" sz="2800" dirty="0"/>
              <a:t>Edit existing tasks</a:t>
            </a:r>
          </a:p>
          <a:p>
            <a:pPr marL="342900" lvl="0" indent="-342900">
              <a:buFont typeface="Arial" panose="020B0604020202020204" pitchFamily="34" charset="0"/>
              <a:buChar char="•"/>
            </a:pPr>
            <a:r>
              <a:rPr lang="en-IN" sz="2800" dirty="0"/>
              <a:t>Delete tasks</a:t>
            </a:r>
          </a:p>
          <a:p>
            <a:pPr marL="342900" lvl="0" indent="-342900">
              <a:buFont typeface="Arial" panose="020B0604020202020204" pitchFamily="34" charset="0"/>
              <a:buChar char="•"/>
            </a:pPr>
            <a:r>
              <a:rPr lang="en-IN" sz="2800" dirty="0"/>
              <a:t>Mark tasks as </a:t>
            </a:r>
            <a:r>
              <a:rPr lang="en-IN" sz="2800" b="1" dirty="0"/>
              <a:t>Completed / Pending</a:t>
            </a:r>
            <a:endParaRPr lang="en-IN" sz="2800" dirty="0"/>
          </a:p>
          <a:p>
            <a:pPr marL="342900" lvl="0" indent="-342900">
              <a:buFont typeface="Arial" panose="020B0604020202020204" pitchFamily="34" charset="0"/>
              <a:buChar char="•"/>
            </a:pPr>
            <a:r>
              <a:rPr lang="en-IN" sz="2800" dirty="0"/>
              <a:t>Filter tasks by status</a:t>
            </a:r>
          </a:p>
          <a:p>
            <a:pPr marL="342900" lvl="0" indent="-342900">
              <a:buFont typeface="Arial" panose="020B0604020202020204" pitchFamily="34" charset="0"/>
              <a:buChar char="•"/>
            </a:pPr>
            <a:r>
              <a:rPr lang="en-IN" sz="2800" dirty="0"/>
              <a:t>Sort tasks by due date</a:t>
            </a:r>
          </a:p>
        </p:txBody>
      </p:sp>
    </p:spTree>
    <p:extLst>
      <p:ext uri="{BB962C8B-B14F-4D97-AF65-F5344CB8AC3E}">
        <p14:creationId xmlns:p14="http://schemas.microsoft.com/office/powerpoint/2010/main" val="137449644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F5D9E1-4E6E-0A3E-3561-32BF3B85AF48}"/>
            </a:ext>
          </a:extLst>
        </p:cNvPr>
        <p:cNvGrpSpPr/>
        <p:nvPr/>
      </p:nvGrpSpPr>
      <p:grpSpPr>
        <a:xfrm>
          <a:off x="0" y="0"/>
          <a:ext cx="0" cy="0"/>
          <a:chOff x="0" y="0"/>
          <a:chExt cx="0" cy="0"/>
        </a:xfrm>
      </p:grpSpPr>
      <p:sp>
        <p:nvSpPr>
          <p:cNvPr id="29" name="Rectangle 155">
            <a:extLst>
              <a:ext uri="{FF2B5EF4-FFF2-40B4-BE49-F238E27FC236}">
                <a16:creationId xmlns:a16="http://schemas.microsoft.com/office/drawing/2014/main" id="{ECE95788-F5CE-A12B-742D-DCD94526C38F}"/>
              </a:ext>
            </a:extLst>
          </p:cNvPr>
          <p:cNvSpPr/>
          <p:nvPr/>
        </p:nvSpPr>
        <p:spPr>
          <a:xfrm>
            <a:off x="754339" y="468149"/>
            <a:ext cx="10102565" cy="553998"/>
          </a:xfrm>
          <a:prstGeom prst="rect">
            <a:avLst/>
          </a:prstGeom>
        </p:spPr>
        <p:txBody>
          <a:bodyPr wrap="square" lIns="0" tIns="0" rIns="0" bIns="0">
            <a:spAutoFit/>
          </a:bodyPr>
          <a:lstStyle/>
          <a:p>
            <a:pPr>
              <a:spcBef>
                <a:spcPct val="0"/>
              </a:spcBef>
            </a:pPr>
            <a:r>
              <a:rPr lang="en-US" sz="3600" b="1" dirty="0">
                <a:solidFill>
                  <a:srgbClr val="0187CC"/>
                </a:solidFill>
                <a:latin typeface="HK Grotesk Bold"/>
              </a:rPr>
              <a:t>Backend and Frontend Versions</a:t>
            </a:r>
          </a:p>
        </p:txBody>
      </p:sp>
      <p:pic>
        <p:nvPicPr>
          <p:cNvPr id="2" name="Picture 1" descr="Logo&#10;&#10;Description automatically generated">
            <a:extLst>
              <a:ext uri="{FF2B5EF4-FFF2-40B4-BE49-F238E27FC236}">
                <a16:creationId xmlns:a16="http://schemas.microsoft.com/office/drawing/2014/main" id="{70E4FCF3-0445-1620-D5EF-FF3CDB47174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8630" y="6397884"/>
            <a:ext cx="645766" cy="422937"/>
          </a:xfrm>
          <a:prstGeom prst="rect">
            <a:avLst/>
          </a:prstGeom>
        </p:spPr>
      </p:pic>
      <p:sp>
        <p:nvSpPr>
          <p:cNvPr id="3" name="TextBox 5">
            <a:extLst>
              <a:ext uri="{FF2B5EF4-FFF2-40B4-BE49-F238E27FC236}">
                <a16:creationId xmlns:a16="http://schemas.microsoft.com/office/drawing/2014/main" id="{883035D1-4CB6-0F82-F2A4-D5A63C04B18B}"/>
              </a:ext>
            </a:extLst>
          </p:cNvPr>
          <p:cNvSpPr txBox="1"/>
          <p:nvPr/>
        </p:nvSpPr>
        <p:spPr>
          <a:xfrm>
            <a:off x="4424757" y="6418579"/>
            <a:ext cx="6259403" cy="240665"/>
          </a:xfrm>
          <a:prstGeom prst="rect">
            <a:avLst/>
          </a:prstGeom>
        </p:spPr>
        <p:txBody>
          <a:bodyPr lIns="0" tIns="0" rIns="0" bIns="0" rtlCol="0" anchor="t">
            <a:spAutoFit/>
          </a:bodyPr>
          <a:lstStyle/>
          <a:p>
            <a:pPr algn="r">
              <a:lnSpc>
                <a:spcPts val="1960"/>
              </a:lnSpc>
              <a:spcBef>
                <a:spcPct val="0"/>
              </a:spcBef>
            </a:pPr>
            <a:r>
              <a:rPr lang="en-US" sz="1400" spc="140" dirty="0">
                <a:solidFill>
                  <a:srgbClr val="000000"/>
                </a:solidFill>
                <a:latin typeface="HK Grotesk Light"/>
              </a:rPr>
              <a:t>2024 - RPS Consulting all rights reserved</a:t>
            </a:r>
          </a:p>
        </p:txBody>
      </p:sp>
      <p:sp>
        <p:nvSpPr>
          <p:cNvPr id="6" name="Slide Number Placeholder 5">
            <a:extLst>
              <a:ext uri="{FF2B5EF4-FFF2-40B4-BE49-F238E27FC236}">
                <a16:creationId xmlns:a16="http://schemas.microsoft.com/office/drawing/2014/main" id="{4542E9B8-7F50-883B-2F9C-E8B886CE50D8}"/>
              </a:ext>
            </a:extLst>
          </p:cNvPr>
          <p:cNvSpPr>
            <a:spLocks noGrp="1"/>
          </p:cNvSpPr>
          <p:nvPr>
            <p:ph type="sldNum" sz="quarter" idx="12"/>
          </p:nvPr>
        </p:nvSpPr>
        <p:spPr/>
        <p:txBody>
          <a:bodyPr/>
          <a:lstStyle/>
          <a:p>
            <a:fld id="{C8F35010-364B-470B-BB6C-DCBBE63D2E54}" type="slidenum">
              <a:rPr lang="en-US" smtClean="0">
                <a:solidFill>
                  <a:schemeClr val="tx1"/>
                </a:solidFill>
              </a:rPr>
              <a:t>6</a:t>
            </a:fld>
            <a:endParaRPr lang="en-US" dirty="0">
              <a:solidFill>
                <a:schemeClr val="tx1"/>
              </a:solidFill>
            </a:endParaRPr>
          </a:p>
        </p:txBody>
      </p:sp>
      <p:pic>
        <p:nvPicPr>
          <p:cNvPr id="4" name="Picture 3">
            <a:extLst>
              <a:ext uri="{FF2B5EF4-FFF2-40B4-BE49-F238E27FC236}">
                <a16:creationId xmlns:a16="http://schemas.microsoft.com/office/drawing/2014/main" id="{2D534CAC-682B-0340-8F24-ED4F90931424}"/>
              </a:ext>
            </a:extLst>
          </p:cNvPr>
          <p:cNvPicPr>
            <a:picLocks noChangeAspect="1"/>
          </p:cNvPicPr>
          <p:nvPr/>
        </p:nvPicPr>
        <p:blipFill>
          <a:blip r:embed="rId3"/>
          <a:srcRect r="39894"/>
          <a:stretch>
            <a:fillRect/>
          </a:stretch>
        </p:blipFill>
        <p:spPr>
          <a:xfrm>
            <a:off x="5224675" y="1308073"/>
            <a:ext cx="6259403" cy="4720937"/>
          </a:xfrm>
          <a:prstGeom prst="rect">
            <a:avLst/>
          </a:prstGeom>
        </p:spPr>
      </p:pic>
      <p:sp>
        <p:nvSpPr>
          <p:cNvPr id="5" name="TextBox 4">
            <a:extLst>
              <a:ext uri="{FF2B5EF4-FFF2-40B4-BE49-F238E27FC236}">
                <a16:creationId xmlns:a16="http://schemas.microsoft.com/office/drawing/2014/main" id="{FDA0F35E-98B9-C229-B010-15EC1B400573}"/>
              </a:ext>
            </a:extLst>
          </p:cNvPr>
          <p:cNvSpPr txBox="1"/>
          <p:nvPr/>
        </p:nvSpPr>
        <p:spPr>
          <a:xfrm>
            <a:off x="557305" y="1485428"/>
            <a:ext cx="4587451" cy="1231106"/>
          </a:xfrm>
          <a:prstGeom prst="rect">
            <a:avLst/>
          </a:prstGeom>
          <a:noFill/>
        </p:spPr>
        <p:txBody>
          <a:bodyPr wrap="square" rtlCol="0">
            <a:spAutoFit/>
          </a:bodyPr>
          <a:lstStyle/>
          <a:p>
            <a:pPr algn="just"/>
            <a:r>
              <a:rPr lang="en-IN" dirty="0"/>
              <a:t>This </a:t>
            </a:r>
            <a:r>
              <a:rPr lang="en-US" dirty="0"/>
              <a:t>picture represents the backend and frontend tool versions used in our project to ensure stability, </a:t>
            </a:r>
            <a:r>
              <a:rPr lang="en-US" sz="2000" dirty="0"/>
              <a:t>compatibility</a:t>
            </a:r>
            <a:r>
              <a:rPr lang="en-US" dirty="0"/>
              <a:t>, and smooth deployment.</a:t>
            </a:r>
            <a:endParaRPr lang="en-IN" dirty="0"/>
          </a:p>
        </p:txBody>
      </p:sp>
    </p:spTree>
    <p:extLst>
      <p:ext uri="{BB962C8B-B14F-4D97-AF65-F5344CB8AC3E}">
        <p14:creationId xmlns:p14="http://schemas.microsoft.com/office/powerpoint/2010/main" val="349509011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41E37C-A07E-57D3-3226-AB37B4C44FC9}"/>
            </a:ext>
          </a:extLst>
        </p:cNvPr>
        <p:cNvGrpSpPr/>
        <p:nvPr/>
      </p:nvGrpSpPr>
      <p:grpSpPr>
        <a:xfrm>
          <a:off x="0" y="0"/>
          <a:ext cx="0" cy="0"/>
          <a:chOff x="0" y="0"/>
          <a:chExt cx="0" cy="0"/>
        </a:xfrm>
      </p:grpSpPr>
      <p:sp>
        <p:nvSpPr>
          <p:cNvPr id="29" name="Rectangle 155">
            <a:extLst>
              <a:ext uri="{FF2B5EF4-FFF2-40B4-BE49-F238E27FC236}">
                <a16:creationId xmlns:a16="http://schemas.microsoft.com/office/drawing/2014/main" id="{637E9E59-F7D6-6D64-FDDF-A84672088692}"/>
              </a:ext>
            </a:extLst>
          </p:cNvPr>
          <p:cNvSpPr/>
          <p:nvPr/>
        </p:nvSpPr>
        <p:spPr>
          <a:xfrm>
            <a:off x="754339" y="468149"/>
            <a:ext cx="10102565" cy="553998"/>
          </a:xfrm>
          <a:prstGeom prst="rect">
            <a:avLst/>
          </a:prstGeom>
        </p:spPr>
        <p:txBody>
          <a:bodyPr wrap="square" lIns="0" tIns="0" rIns="0" bIns="0">
            <a:spAutoFit/>
          </a:bodyPr>
          <a:lstStyle/>
          <a:p>
            <a:pPr>
              <a:spcBef>
                <a:spcPct val="0"/>
              </a:spcBef>
            </a:pPr>
            <a:r>
              <a:rPr lang="en-US" sz="3600" b="1" dirty="0">
                <a:solidFill>
                  <a:srgbClr val="0187CC"/>
                </a:solidFill>
                <a:latin typeface="HK Grotesk Bold"/>
              </a:rPr>
              <a:t>Backend Implementation</a:t>
            </a:r>
          </a:p>
        </p:txBody>
      </p:sp>
      <p:pic>
        <p:nvPicPr>
          <p:cNvPr id="2" name="Picture 1" descr="Logo&#10;&#10;Description automatically generated">
            <a:extLst>
              <a:ext uri="{FF2B5EF4-FFF2-40B4-BE49-F238E27FC236}">
                <a16:creationId xmlns:a16="http://schemas.microsoft.com/office/drawing/2014/main" id="{306FC102-BCCD-CA9C-9D80-750131FC4F7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8630" y="6397884"/>
            <a:ext cx="645766" cy="422937"/>
          </a:xfrm>
          <a:prstGeom prst="rect">
            <a:avLst/>
          </a:prstGeom>
        </p:spPr>
      </p:pic>
      <p:sp>
        <p:nvSpPr>
          <p:cNvPr id="3" name="TextBox 5">
            <a:extLst>
              <a:ext uri="{FF2B5EF4-FFF2-40B4-BE49-F238E27FC236}">
                <a16:creationId xmlns:a16="http://schemas.microsoft.com/office/drawing/2014/main" id="{5B4627A6-0A35-4703-BDEF-507E90ACCBB8}"/>
              </a:ext>
            </a:extLst>
          </p:cNvPr>
          <p:cNvSpPr txBox="1"/>
          <p:nvPr/>
        </p:nvSpPr>
        <p:spPr>
          <a:xfrm>
            <a:off x="4424757" y="6418579"/>
            <a:ext cx="6259403" cy="240665"/>
          </a:xfrm>
          <a:prstGeom prst="rect">
            <a:avLst/>
          </a:prstGeom>
        </p:spPr>
        <p:txBody>
          <a:bodyPr lIns="0" tIns="0" rIns="0" bIns="0" rtlCol="0" anchor="t">
            <a:spAutoFit/>
          </a:bodyPr>
          <a:lstStyle/>
          <a:p>
            <a:pPr algn="r">
              <a:lnSpc>
                <a:spcPts val="1960"/>
              </a:lnSpc>
              <a:spcBef>
                <a:spcPct val="0"/>
              </a:spcBef>
            </a:pPr>
            <a:r>
              <a:rPr lang="en-US" sz="1400" spc="140" dirty="0">
                <a:solidFill>
                  <a:srgbClr val="000000"/>
                </a:solidFill>
                <a:latin typeface="HK Grotesk Light"/>
              </a:rPr>
              <a:t>2024 - RPS Consulting all rights reserved</a:t>
            </a:r>
          </a:p>
        </p:txBody>
      </p:sp>
      <p:sp>
        <p:nvSpPr>
          <p:cNvPr id="6" name="Slide Number Placeholder 5">
            <a:extLst>
              <a:ext uri="{FF2B5EF4-FFF2-40B4-BE49-F238E27FC236}">
                <a16:creationId xmlns:a16="http://schemas.microsoft.com/office/drawing/2014/main" id="{848DA9B8-F425-F5C0-C461-AC2EC249C43B}"/>
              </a:ext>
            </a:extLst>
          </p:cNvPr>
          <p:cNvSpPr>
            <a:spLocks noGrp="1"/>
          </p:cNvSpPr>
          <p:nvPr>
            <p:ph type="sldNum" sz="quarter" idx="12"/>
          </p:nvPr>
        </p:nvSpPr>
        <p:spPr/>
        <p:txBody>
          <a:bodyPr/>
          <a:lstStyle/>
          <a:p>
            <a:fld id="{C8F35010-364B-470B-BB6C-DCBBE63D2E54}" type="slidenum">
              <a:rPr lang="en-US" smtClean="0">
                <a:solidFill>
                  <a:schemeClr val="tx1"/>
                </a:solidFill>
              </a:rPr>
              <a:t>7</a:t>
            </a:fld>
            <a:endParaRPr lang="en-US" dirty="0">
              <a:solidFill>
                <a:schemeClr val="tx1"/>
              </a:solidFill>
            </a:endParaRPr>
          </a:p>
        </p:txBody>
      </p:sp>
      <p:sp>
        <p:nvSpPr>
          <p:cNvPr id="7" name="TextBox 6">
            <a:extLst>
              <a:ext uri="{FF2B5EF4-FFF2-40B4-BE49-F238E27FC236}">
                <a16:creationId xmlns:a16="http://schemas.microsoft.com/office/drawing/2014/main" id="{DEBE0AFA-781C-7258-9095-9E7A0C22ED4E}"/>
              </a:ext>
            </a:extLst>
          </p:cNvPr>
          <p:cNvSpPr txBox="1"/>
          <p:nvPr/>
        </p:nvSpPr>
        <p:spPr>
          <a:xfrm>
            <a:off x="1127760" y="1204298"/>
            <a:ext cx="5039360" cy="3416320"/>
          </a:xfrm>
          <a:prstGeom prst="rect">
            <a:avLst/>
          </a:prstGeom>
          <a:noFill/>
        </p:spPr>
        <p:txBody>
          <a:bodyPr wrap="square">
            <a:spAutoFit/>
          </a:bodyPr>
          <a:lstStyle/>
          <a:p>
            <a:pPr marL="285750" indent="-285750" algn="just">
              <a:buFont typeface="Arial" panose="020B0604020202020204" pitchFamily="34" charset="0"/>
              <a:buChar char="•"/>
            </a:pPr>
            <a:r>
              <a:rPr lang="en-IN" sz="2400" dirty="0"/>
              <a:t>Developed using Spring Boot</a:t>
            </a:r>
          </a:p>
          <a:p>
            <a:pPr marL="285750" indent="-285750" algn="just">
              <a:buFont typeface="Arial" panose="020B0604020202020204" pitchFamily="34" charset="0"/>
              <a:buChar char="•"/>
            </a:pPr>
            <a:r>
              <a:rPr lang="en-IN" sz="2400" dirty="0"/>
              <a:t>REST APIs created for all CRUD operations</a:t>
            </a:r>
          </a:p>
          <a:p>
            <a:pPr marL="285750" indent="-285750" algn="just">
              <a:buFont typeface="Arial" panose="020B0604020202020204" pitchFamily="34" charset="0"/>
              <a:buChar char="•"/>
            </a:pPr>
            <a:r>
              <a:rPr lang="en-IN" sz="2400" dirty="0"/>
              <a:t>Controllers handle HTTP requests</a:t>
            </a:r>
          </a:p>
          <a:p>
            <a:pPr marL="285750" indent="-285750" algn="just">
              <a:buFont typeface="Arial" panose="020B0604020202020204" pitchFamily="34" charset="0"/>
              <a:buChar char="•"/>
            </a:pPr>
            <a:r>
              <a:rPr lang="en-IN" sz="2400" dirty="0"/>
              <a:t>Services contain business logic</a:t>
            </a:r>
          </a:p>
          <a:p>
            <a:pPr marL="285750" indent="-285750" algn="just">
              <a:buFont typeface="Arial" panose="020B0604020202020204" pitchFamily="34" charset="0"/>
              <a:buChar char="•"/>
            </a:pPr>
            <a:r>
              <a:rPr lang="en-IN" sz="2400" dirty="0"/>
              <a:t>Repositories interact with database</a:t>
            </a:r>
          </a:p>
          <a:p>
            <a:pPr marL="285750" indent="-285750" algn="just">
              <a:buFont typeface="Arial" panose="020B0604020202020204" pitchFamily="34" charset="0"/>
              <a:buChar char="•"/>
            </a:pPr>
            <a:r>
              <a:rPr lang="en-IN" sz="2400" dirty="0"/>
              <a:t>Uses Spring Data JPA for persistence</a:t>
            </a:r>
          </a:p>
        </p:txBody>
      </p:sp>
      <p:pic>
        <p:nvPicPr>
          <p:cNvPr id="9" name="Picture 8">
            <a:extLst>
              <a:ext uri="{FF2B5EF4-FFF2-40B4-BE49-F238E27FC236}">
                <a16:creationId xmlns:a16="http://schemas.microsoft.com/office/drawing/2014/main" id="{16C047C2-14AB-A8DC-231F-3DD5326BFDF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193536" y="1432560"/>
            <a:ext cx="4860544" cy="3037840"/>
          </a:xfrm>
          <a:prstGeom prst="rect">
            <a:avLst/>
          </a:prstGeom>
        </p:spPr>
      </p:pic>
    </p:spTree>
    <p:extLst>
      <p:ext uri="{BB962C8B-B14F-4D97-AF65-F5344CB8AC3E}">
        <p14:creationId xmlns:p14="http://schemas.microsoft.com/office/powerpoint/2010/main" val="171346693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A4B452-8932-2445-9144-BC337AF49848}"/>
            </a:ext>
          </a:extLst>
        </p:cNvPr>
        <p:cNvGrpSpPr/>
        <p:nvPr/>
      </p:nvGrpSpPr>
      <p:grpSpPr>
        <a:xfrm>
          <a:off x="0" y="0"/>
          <a:ext cx="0" cy="0"/>
          <a:chOff x="0" y="0"/>
          <a:chExt cx="0" cy="0"/>
        </a:xfrm>
      </p:grpSpPr>
      <p:sp>
        <p:nvSpPr>
          <p:cNvPr id="29" name="Rectangle 155">
            <a:extLst>
              <a:ext uri="{FF2B5EF4-FFF2-40B4-BE49-F238E27FC236}">
                <a16:creationId xmlns:a16="http://schemas.microsoft.com/office/drawing/2014/main" id="{30ECA3F2-75AD-2207-1F29-EBC258AB6853}"/>
              </a:ext>
            </a:extLst>
          </p:cNvPr>
          <p:cNvSpPr/>
          <p:nvPr/>
        </p:nvSpPr>
        <p:spPr>
          <a:xfrm>
            <a:off x="754339" y="468149"/>
            <a:ext cx="10102565" cy="553998"/>
          </a:xfrm>
          <a:prstGeom prst="rect">
            <a:avLst/>
          </a:prstGeom>
        </p:spPr>
        <p:txBody>
          <a:bodyPr wrap="square" lIns="0" tIns="0" rIns="0" bIns="0">
            <a:spAutoFit/>
          </a:bodyPr>
          <a:lstStyle/>
          <a:p>
            <a:pPr>
              <a:spcBef>
                <a:spcPct val="0"/>
              </a:spcBef>
            </a:pPr>
            <a:r>
              <a:rPr lang="en-US" sz="3600" b="1" dirty="0">
                <a:solidFill>
                  <a:srgbClr val="0187CC"/>
                </a:solidFill>
                <a:latin typeface="HK Grotesk Bold"/>
              </a:rPr>
              <a:t>Backend Implementation</a:t>
            </a:r>
          </a:p>
        </p:txBody>
      </p:sp>
      <p:pic>
        <p:nvPicPr>
          <p:cNvPr id="2" name="Picture 1" descr="Logo&#10;&#10;Description automatically generated">
            <a:extLst>
              <a:ext uri="{FF2B5EF4-FFF2-40B4-BE49-F238E27FC236}">
                <a16:creationId xmlns:a16="http://schemas.microsoft.com/office/drawing/2014/main" id="{842C4C0C-A266-B06B-8A16-E1829CE2A6C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8630" y="6397884"/>
            <a:ext cx="645766" cy="422937"/>
          </a:xfrm>
          <a:prstGeom prst="rect">
            <a:avLst/>
          </a:prstGeom>
        </p:spPr>
      </p:pic>
      <p:sp>
        <p:nvSpPr>
          <p:cNvPr id="3" name="TextBox 5">
            <a:extLst>
              <a:ext uri="{FF2B5EF4-FFF2-40B4-BE49-F238E27FC236}">
                <a16:creationId xmlns:a16="http://schemas.microsoft.com/office/drawing/2014/main" id="{585D5171-F146-F699-2CDF-E4833C4429F0}"/>
              </a:ext>
            </a:extLst>
          </p:cNvPr>
          <p:cNvSpPr txBox="1"/>
          <p:nvPr/>
        </p:nvSpPr>
        <p:spPr>
          <a:xfrm>
            <a:off x="4424757" y="6418579"/>
            <a:ext cx="6259403" cy="240665"/>
          </a:xfrm>
          <a:prstGeom prst="rect">
            <a:avLst/>
          </a:prstGeom>
        </p:spPr>
        <p:txBody>
          <a:bodyPr lIns="0" tIns="0" rIns="0" bIns="0" rtlCol="0" anchor="t">
            <a:spAutoFit/>
          </a:bodyPr>
          <a:lstStyle/>
          <a:p>
            <a:pPr algn="r">
              <a:lnSpc>
                <a:spcPts val="1960"/>
              </a:lnSpc>
              <a:spcBef>
                <a:spcPct val="0"/>
              </a:spcBef>
            </a:pPr>
            <a:r>
              <a:rPr lang="en-US" sz="1400" spc="140" dirty="0">
                <a:solidFill>
                  <a:srgbClr val="000000"/>
                </a:solidFill>
                <a:latin typeface="HK Grotesk Light"/>
              </a:rPr>
              <a:t>2024 - RPS Consulting all rights reserved</a:t>
            </a:r>
          </a:p>
        </p:txBody>
      </p:sp>
      <p:sp>
        <p:nvSpPr>
          <p:cNvPr id="6" name="Slide Number Placeholder 5">
            <a:extLst>
              <a:ext uri="{FF2B5EF4-FFF2-40B4-BE49-F238E27FC236}">
                <a16:creationId xmlns:a16="http://schemas.microsoft.com/office/drawing/2014/main" id="{C59841DE-95CD-9C53-CB3D-71665376B2FB}"/>
              </a:ext>
            </a:extLst>
          </p:cNvPr>
          <p:cNvSpPr>
            <a:spLocks noGrp="1"/>
          </p:cNvSpPr>
          <p:nvPr>
            <p:ph type="sldNum" sz="quarter" idx="12"/>
          </p:nvPr>
        </p:nvSpPr>
        <p:spPr/>
        <p:txBody>
          <a:bodyPr/>
          <a:lstStyle/>
          <a:p>
            <a:fld id="{C8F35010-364B-470B-BB6C-DCBBE63D2E54}" type="slidenum">
              <a:rPr lang="en-US" smtClean="0">
                <a:solidFill>
                  <a:schemeClr val="tx1"/>
                </a:solidFill>
              </a:rPr>
              <a:t>8</a:t>
            </a:fld>
            <a:endParaRPr lang="en-US" dirty="0">
              <a:solidFill>
                <a:schemeClr val="tx1"/>
              </a:solidFill>
            </a:endParaRPr>
          </a:p>
        </p:txBody>
      </p:sp>
      <p:pic>
        <p:nvPicPr>
          <p:cNvPr id="5" name="Picture 4">
            <a:extLst>
              <a:ext uri="{FF2B5EF4-FFF2-40B4-BE49-F238E27FC236}">
                <a16:creationId xmlns:a16="http://schemas.microsoft.com/office/drawing/2014/main" id="{917DBC6B-8F9C-1A66-9F65-A37476D1B0D7}"/>
              </a:ext>
            </a:extLst>
          </p:cNvPr>
          <p:cNvPicPr>
            <a:picLocks noChangeAspect="1"/>
          </p:cNvPicPr>
          <p:nvPr/>
        </p:nvPicPr>
        <p:blipFill>
          <a:blip r:embed="rId3"/>
          <a:stretch>
            <a:fillRect/>
          </a:stretch>
        </p:blipFill>
        <p:spPr>
          <a:xfrm>
            <a:off x="1382593" y="1450290"/>
            <a:ext cx="8339638" cy="4441462"/>
          </a:xfrm>
          <a:prstGeom prst="rect">
            <a:avLst/>
          </a:prstGeom>
        </p:spPr>
      </p:pic>
    </p:spTree>
    <p:extLst>
      <p:ext uri="{BB962C8B-B14F-4D97-AF65-F5344CB8AC3E}">
        <p14:creationId xmlns:p14="http://schemas.microsoft.com/office/powerpoint/2010/main" val="408685396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0849CC-EFF8-CADE-EE5F-E943F085C5D8}"/>
            </a:ext>
          </a:extLst>
        </p:cNvPr>
        <p:cNvGrpSpPr/>
        <p:nvPr/>
      </p:nvGrpSpPr>
      <p:grpSpPr>
        <a:xfrm>
          <a:off x="0" y="0"/>
          <a:ext cx="0" cy="0"/>
          <a:chOff x="0" y="0"/>
          <a:chExt cx="0" cy="0"/>
        </a:xfrm>
      </p:grpSpPr>
      <p:sp>
        <p:nvSpPr>
          <p:cNvPr id="29" name="Rectangle 155">
            <a:extLst>
              <a:ext uri="{FF2B5EF4-FFF2-40B4-BE49-F238E27FC236}">
                <a16:creationId xmlns:a16="http://schemas.microsoft.com/office/drawing/2014/main" id="{B63CFF7E-83E4-E354-2F4E-039451AB5E68}"/>
              </a:ext>
            </a:extLst>
          </p:cNvPr>
          <p:cNvSpPr/>
          <p:nvPr/>
        </p:nvSpPr>
        <p:spPr>
          <a:xfrm>
            <a:off x="754339" y="468149"/>
            <a:ext cx="10102565" cy="553998"/>
          </a:xfrm>
          <a:prstGeom prst="rect">
            <a:avLst/>
          </a:prstGeom>
        </p:spPr>
        <p:txBody>
          <a:bodyPr wrap="square" lIns="0" tIns="0" rIns="0" bIns="0">
            <a:spAutoFit/>
          </a:bodyPr>
          <a:lstStyle/>
          <a:p>
            <a:pPr>
              <a:spcBef>
                <a:spcPct val="0"/>
              </a:spcBef>
            </a:pPr>
            <a:r>
              <a:rPr lang="en-US" sz="3600" b="1" dirty="0">
                <a:solidFill>
                  <a:srgbClr val="0187CC"/>
                </a:solidFill>
                <a:latin typeface="HK Grotesk Bold"/>
              </a:rPr>
              <a:t>Backend Implementation</a:t>
            </a:r>
          </a:p>
        </p:txBody>
      </p:sp>
      <p:pic>
        <p:nvPicPr>
          <p:cNvPr id="2" name="Picture 1" descr="Logo&#10;&#10;Description automatically generated">
            <a:extLst>
              <a:ext uri="{FF2B5EF4-FFF2-40B4-BE49-F238E27FC236}">
                <a16:creationId xmlns:a16="http://schemas.microsoft.com/office/drawing/2014/main" id="{7454625C-A526-156F-237F-DF95BD176A0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8630" y="6397884"/>
            <a:ext cx="645766" cy="422937"/>
          </a:xfrm>
          <a:prstGeom prst="rect">
            <a:avLst/>
          </a:prstGeom>
        </p:spPr>
      </p:pic>
      <p:sp>
        <p:nvSpPr>
          <p:cNvPr id="3" name="TextBox 5">
            <a:extLst>
              <a:ext uri="{FF2B5EF4-FFF2-40B4-BE49-F238E27FC236}">
                <a16:creationId xmlns:a16="http://schemas.microsoft.com/office/drawing/2014/main" id="{8E2BF49D-20EE-3833-478B-22737ED9DBD2}"/>
              </a:ext>
            </a:extLst>
          </p:cNvPr>
          <p:cNvSpPr txBox="1"/>
          <p:nvPr/>
        </p:nvSpPr>
        <p:spPr>
          <a:xfrm>
            <a:off x="4424757" y="6418579"/>
            <a:ext cx="6259403" cy="240665"/>
          </a:xfrm>
          <a:prstGeom prst="rect">
            <a:avLst/>
          </a:prstGeom>
        </p:spPr>
        <p:txBody>
          <a:bodyPr lIns="0" tIns="0" rIns="0" bIns="0" rtlCol="0" anchor="t">
            <a:spAutoFit/>
          </a:bodyPr>
          <a:lstStyle/>
          <a:p>
            <a:pPr algn="r">
              <a:lnSpc>
                <a:spcPts val="1960"/>
              </a:lnSpc>
              <a:spcBef>
                <a:spcPct val="0"/>
              </a:spcBef>
            </a:pPr>
            <a:r>
              <a:rPr lang="en-US" sz="1400" spc="140" dirty="0">
                <a:solidFill>
                  <a:srgbClr val="000000"/>
                </a:solidFill>
                <a:latin typeface="HK Grotesk Light"/>
              </a:rPr>
              <a:t>2024 - RPS Consulting all rights reserved</a:t>
            </a:r>
          </a:p>
        </p:txBody>
      </p:sp>
      <p:sp>
        <p:nvSpPr>
          <p:cNvPr id="6" name="Slide Number Placeholder 5">
            <a:extLst>
              <a:ext uri="{FF2B5EF4-FFF2-40B4-BE49-F238E27FC236}">
                <a16:creationId xmlns:a16="http://schemas.microsoft.com/office/drawing/2014/main" id="{E8D3BDC0-6750-32A9-DD70-667628FBBE79}"/>
              </a:ext>
            </a:extLst>
          </p:cNvPr>
          <p:cNvSpPr>
            <a:spLocks noGrp="1"/>
          </p:cNvSpPr>
          <p:nvPr>
            <p:ph type="sldNum" sz="quarter" idx="12"/>
          </p:nvPr>
        </p:nvSpPr>
        <p:spPr/>
        <p:txBody>
          <a:bodyPr/>
          <a:lstStyle/>
          <a:p>
            <a:fld id="{C8F35010-364B-470B-BB6C-DCBBE63D2E54}" type="slidenum">
              <a:rPr lang="en-US" smtClean="0">
                <a:solidFill>
                  <a:schemeClr val="tx1"/>
                </a:solidFill>
              </a:rPr>
              <a:t>9</a:t>
            </a:fld>
            <a:endParaRPr lang="en-US" dirty="0">
              <a:solidFill>
                <a:schemeClr val="tx1"/>
              </a:solidFill>
            </a:endParaRPr>
          </a:p>
        </p:txBody>
      </p:sp>
      <p:pic>
        <p:nvPicPr>
          <p:cNvPr id="4" name="Picture 3">
            <a:extLst>
              <a:ext uri="{FF2B5EF4-FFF2-40B4-BE49-F238E27FC236}">
                <a16:creationId xmlns:a16="http://schemas.microsoft.com/office/drawing/2014/main" id="{3D8AF7DD-71F4-9DB2-336D-3A71A8BA3992}"/>
              </a:ext>
            </a:extLst>
          </p:cNvPr>
          <p:cNvPicPr>
            <a:picLocks noChangeAspect="1"/>
          </p:cNvPicPr>
          <p:nvPr/>
        </p:nvPicPr>
        <p:blipFill>
          <a:blip r:embed="rId3"/>
          <a:stretch>
            <a:fillRect/>
          </a:stretch>
        </p:blipFill>
        <p:spPr>
          <a:xfrm>
            <a:off x="819810" y="1025303"/>
            <a:ext cx="10051390" cy="5262892"/>
          </a:xfrm>
          <a:prstGeom prst="rect">
            <a:avLst/>
          </a:prstGeom>
        </p:spPr>
      </p:pic>
    </p:spTree>
    <p:extLst>
      <p:ext uri="{BB962C8B-B14F-4D97-AF65-F5344CB8AC3E}">
        <p14:creationId xmlns:p14="http://schemas.microsoft.com/office/powerpoint/2010/main" val="53094414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C274EA-ACFB-5388-3D1D-1181EB23BCD1}"/>
            </a:ext>
          </a:extLst>
        </p:cNvPr>
        <p:cNvGrpSpPr/>
        <p:nvPr/>
      </p:nvGrpSpPr>
      <p:grpSpPr>
        <a:xfrm>
          <a:off x="0" y="0"/>
          <a:ext cx="0" cy="0"/>
          <a:chOff x="0" y="0"/>
          <a:chExt cx="0" cy="0"/>
        </a:xfrm>
      </p:grpSpPr>
      <p:sp>
        <p:nvSpPr>
          <p:cNvPr id="29" name="Rectangle 155">
            <a:extLst>
              <a:ext uri="{FF2B5EF4-FFF2-40B4-BE49-F238E27FC236}">
                <a16:creationId xmlns:a16="http://schemas.microsoft.com/office/drawing/2014/main" id="{20A154E0-0E68-1CB4-72D3-410E379B7C17}"/>
              </a:ext>
            </a:extLst>
          </p:cNvPr>
          <p:cNvSpPr/>
          <p:nvPr/>
        </p:nvSpPr>
        <p:spPr>
          <a:xfrm>
            <a:off x="834549" y="516275"/>
            <a:ext cx="10102565" cy="553998"/>
          </a:xfrm>
          <a:prstGeom prst="rect">
            <a:avLst/>
          </a:prstGeom>
        </p:spPr>
        <p:txBody>
          <a:bodyPr wrap="square" lIns="0" tIns="0" rIns="0" bIns="0">
            <a:spAutoFit/>
          </a:bodyPr>
          <a:lstStyle/>
          <a:p>
            <a:pPr>
              <a:spcBef>
                <a:spcPct val="0"/>
              </a:spcBef>
            </a:pPr>
            <a:r>
              <a:rPr lang="en-US" sz="3600" b="1" dirty="0">
                <a:solidFill>
                  <a:srgbClr val="0187CC"/>
                </a:solidFill>
                <a:latin typeface="HK Grotesk Bold"/>
              </a:rPr>
              <a:t>Global Exception Handling </a:t>
            </a:r>
          </a:p>
        </p:txBody>
      </p:sp>
      <p:pic>
        <p:nvPicPr>
          <p:cNvPr id="2" name="Picture 1" descr="Logo&#10;&#10;Description automatically generated">
            <a:extLst>
              <a:ext uri="{FF2B5EF4-FFF2-40B4-BE49-F238E27FC236}">
                <a16:creationId xmlns:a16="http://schemas.microsoft.com/office/drawing/2014/main" id="{F622AFED-BECD-1ECE-8E43-5C286E8E08E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8630" y="6397884"/>
            <a:ext cx="645766" cy="422937"/>
          </a:xfrm>
          <a:prstGeom prst="rect">
            <a:avLst/>
          </a:prstGeom>
        </p:spPr>
      </p:pic>
      <p:sp>
        <p:nvSpPr>
          <p:cNvPr id="3" name="TextBox 5">
            <a:extLst>
              <a:ext uri="{FF2B5EF4-FFF2-40B4-BE49-F238E27FC236}">
                <a16:creationId xmlns:a16="http://schemas.microsoft.com/office/drawing/2014/main" id="{BCA28780-8288-B4F3-4D4D-330CD9ACC044}"/>
              </a:ext>
            </a:extLst>
          </p:cNvPr>
          <p:cNvSpPr txBox="1"/>
          <p:nvPr/>
        </p:nvSpPr>
        <p:spPr>
          <a:xfrm>
            <a:off x="4424757" y="6418579"/>
            <a:ext cx="6259403" cy="240665"/>
          </a:xfrm>
          <a:prstGeom prst="rect">
            <a:avLst/>
          </a:prstGeom>
        </p:spPr>
        <p:txBody>
          <a:bodyPr lIns="0" tIns="0" rIns="0" bIns="0" rtlCol="0" anchor="t">
            <a:spAutoFit/>
          </a:bodyPr>
          <a:lstStyle/>
          <a:p>
            <a:pPr algn="r">
              <a:lnSpc>
                <a:spcPts val="1960"/>
              </a:lnSpc>
              <a:spcBef>
                <a:spcPct val="0"/>
              </a:spcBef>
            </a:pPr>
            <a:r>
              <a:rPr lang="en-US" sz="1400" spc="140" dirty="0">
                <a:solidFill>
                  <a:srgbClr val="000000"/>
                </a:solidFill>
                <a:latin typeface="HK Grotesk Light"/>
              </a:rPr>
              <a:t>2024 - RPS Consulting all rights reserved</a:t>
            </a:r>
          </a:p>
        </p:txBody>
      </p:sp>
      <p:sp>
        <p:nvSpPr>
          <p:cNvPr id="6" name="Slide Number Placeholder 5">
            <a:extLst>
              <a:ext uri="{FF2B5EF4-FFF2-40B4-BE49-F238E27FC236}">
                <a16:creationId xmlns:a16="http://schemas.microsoft.com/office/drawing/2014/main" id="{AB72A8EA-B1A6-E89C-D720-FCB1EEAD6522}"/>
              </a:ext>
            </a:extLst>
          </p:cNvPr>
          <p:cNvSpPr>
            <a:spLocks noGrp="1"/>
          </p:cNvSpPr>
          <p:nvPr>
            <p:ph type="sldNum" sz="quarter" idx="12"/>
          </p:nvPr>
        </p:nvSpPr>
        <p:spPr/>
        <p:txBody>
          <a:bodyPr/>
          <a:lstStyle/>
          <a:p>
            <a:fld id="{C8F35010-364B-470B-BB6C-DCBBE63D2E54}" type="slidenum">
              <a:rPr lang="en-US" smtClean="0">
                <a:solidFill>
                  <a:schemeClr val="tx1"/>
                </a:solidFill>
              </a:rPr>
              <a:t>10</a:t>
            </a:fld>
            <a:endParaRPr lang="en-US" dirty="0">
              <a:solidFill>
                <a:schemeClr val="tx1"/>
              </a:solidFill>
            </a:endParaRPr>
          </a:p>
        </p:txBody>
      </p:sp>
      <p:sp>
        <p:nvSpPr>
          <p:cNvPr id="4" name="TextBox 3">
            <a:extLst>
              <a:ext uri="{FF2B5EF4-FFF2-40B4-BE49-F238E27FC236}">
                <a16:creationId xmlns:a16="http://schemas.microsoft.com/office/drawing/2014/main" id="{ADC2F2FE-E86D-3EB9-82CA-E75D2A3BC1F9}"/>
              </a:ext>
            </a:extLst>
          </p:cNvPr>
          <p:cNvSpPr txBox="1"/>
          <p:nvPr/>
        </p:nvSpPr>
        <p:spPr>
          <a:xfrm>
            <a:off x="994969" y="1370617"/>
            <a:ext cx="5019751" cy="3539430"/>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457200" lvl="0" indent="-457200">
              <a:buFont typeface="Arial" panose="020B0604020202020204" pitchFamily="34" charset="0"/>
              <a:buChar char="•"/>
            </a:pPr>
            <a:r>
              <a:rPr lang="en-IN" sz="2800" dirty="0"/>
              <a:t>Implemented using @ControllerAdvice</a:t>
            </a:r>
          </a:p>
          <a:p>
            <a:pPr marL="457200" lvl="0" indent="-457200">
              <a:buFont typeface="Arial" panose="020B0604020202020204" pitchFamily="34" charset="0"/>
              <a:buChar char="•"/>
            </a:pPr>
            <a:r>
              <a:rPr lang="en-IN" sz="2800" dirty="0"/>
              <a:t>Handles exceptions globally</a:t>
            </a:r>
          </a:p>
          <a:p>
            <a:pPr marL="457200" lvl="0" indent="-457200">
              <a:buFont typeface="Arial" panose="020B0604020202020204" pitchFamily="34" charset="0"/>
              <a:buChar char="•"/>
            </a:pPr>
            <a:r>
              <a:rPr lang="en-IN" sz="2800" dirty="0"/>
              <a:t>Provides meaningful error messages</a:t>
            </a:r>
          </a:p>
          <a:p>
            <a:pPr marL="457200" lvl="0" indent="-457200">
              <a:buFont typeface="Arial" panose="020B0604020202020204" pitchFamily="34" charset="0"/>
              <a:buChar char="•"/>
            </a:pPr>
            <a:r>
              <a:rPr lang="en-IN" sz="2800" dirty="0"/>
              <a:t>Prevents application crash</a:t>
            </a:r>
          </a:p>
          <a:p>
            <a:pPr marL="457200" lvl="0" indent="-457200">
              <a:buFont typeface="Arial" panose="020B0604020202020204" pitchFamily="34" charset="0"/>
              <a:buChar char="•"/>
            </a:pPr>
            <a:r>
              <a:rPr lang="en-IN" sz="2800" dirty="0"/>
              <a:t>Improves backend reliability and maintainability</a:t>
            </a:r>
          </a:p>
        </p:txBody>
      </p:sp>
      <p:pic>
        <p:nvPicPr>
          <p:cNvPr id="7" name="Picture 6">
            <a:extLst>
              <a:ext uri="{FF2B5EF4-FFF2-40B4-BE49-F238E27FC236}">
                <a16:creationId xmlns:a16="http://schemas.microsoft.com/office/drawing/2014/main" id="{5978B520-4048-8B25-3845-761D21FD3E72}"/>
              </a:ext>
            </a:extLst>
          </p:cNvPr>
          <p:cNvPicPr>
            <a:picLocks noChangeAspect="1"/>
          </p:cNvPicPr>
          <p:nvPr/>
        </p:nvPicPr>
        <p:blipFill>
          <a:blip r:embed="rId3">
            <a:extLst>
              <a:ext uri="{28A0092B-C50C-407E-A947-70E740481C1C}">
                <a14:useLocalDpi xmlns:a14="http://schemas.microsoft.com/office/drawing/2010/main" val="0"/>
              </a:ext>
            </a:extLst>
          </a:blip>
          <a:srcRect l="4088" t="3460" r="4795" b="5975"/>
          <a:stretch>
            <a:fillRect/>
          </a:stretch>
        </p:blipFill>
        <p:spPr>
          <a:xfrm>
            <a:off x="6461760" y="1503680"/>
            <a:ext cx="4826000" cy="2926080"/>
          </a:xfrm>
          <a:prstGeom prst="rect">
            <a:avLst/>
          </a:prstGeom>
        </p:spPr>
      </p:pic>
    </p:spTree>
    <p:extLst>
      <p:ext uri="{BB962C8B-B14F-4D97-AF65-F5344CB8AC3E}">
        <p14:creationId xmlns:p14="http://schemas.microsoft.com/office/powerpoint/2010/main" val="75318870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622F59-3513-F709-75D4-4A372F99EC67}"/>
            </a:ext>
          </a:extLst>
        </p:cNvPr>
        <p:cNvGrpSpPr/>
        <p:nvPr/>
      </p:nvGrpSpPr>
      <p:grpSpPr>
        <a:xfrm>
          <a:off x="0" y="0"/>
          <a:ext cx="0" cy="0"/>
          <a:chOff x="0" y="0"/>
          <a:chExt cx="0" cy="0"/>
        </a:xfrm>
      </p:grpSpPr>
      <p:sp>
        <p:nvSpPr>
          <p:cNvPr id="29" name="Rectangle 155">
            <a:extLst>
              <a:ext uri="{FF2B5EF4-FFF2-40B4-BE49-F238E27FC236}">
                <a16:creationId xmlns:a16="http://schemas.microsoft.com/office/drawing/2014/main" id="{C16B8CFA-75AD-C948-F558-D94CDC8B074A}"/>
              </a:ext>
            </a:extLst>
          </p:cNvPr>
          <p:cNvSpPr/>
          <p:nvPr/>
        </p:nvSpPr>
        <p:spPr>
          <a:xfrm>
            <a:off x="722253" y="484191"/>
            <a:ext cx="10102565" cy="553998"/>
          </a:xfrm>
          <a:prstGeom prst="rect">
            <a:avLst/>
          </a:prstGeom>
        </p:spPr>
        <p:txBody>
          <a:bodyPr wrap="square" lIns="0" tIns="0" rIns="0" bIns="0">
            <a:spAutoFit/>
          </a:bodyPr>
          <a:lstStyle/>
          <a:p>
            <a:pPr>
              <a:spcBef>
                <a:spcPct val="0"/>
              </a:spcBef>
            </a:pPr>
            <a:r>
              <a:rPr lang="en-US" sz="3600" b="1" dirty="0">
                <a:solidFill>
                  <a:srgbClr val="0187CC"/>
                </a:solidFill>
                <a:latin typeface="HK Grotesk Bold"/>
              </a:rPr>
              <a:t>Frontend Implementation</a:t>
            </a:r>
          </a:p>
        </p:txBody>
      </p:sp>
      <p:pic>
        <p:nvPicPr>
          <p:cNvPr id="2" name="Picture 1" descr="Logo&#10;&#10;Description automatically generated">
            <a:extLst>
              <a:ext uri="{FF2B5EF4-FFF2-40B4-BE49-F238E27FC236}">
                <a16:creationId xmlns:a16="http://schemas.microsoft.com/office/drawing/2014/main" id="{1BF30C1A-3399-73B9-412D-F32FEAD465D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8630" y="6397884"/>
            <a:ext cx="645766" cy="422937"/>
          </a:xfrm>
          <a:prstGeom prst="rect">
            <a:avLst/>
          </a:prstGeom>
        </p:spPr>
      </p:pic>
      <p:sp>
        <p:nvSpPr>
          <p:cNvPr id="3" name="TextBox 5">
            <a:extLst>
              <a:ext uri="{FF2B5EF4-FFF2-40B4-BE49-F238E27FC236}">
                <a16:creationId xmlns:a16="http://schemas.microsoft.com/office/drawing/2014/main" id="{5E654D44-2C57-B42C-5EFD-2B535114383D}"/>
              </a:ext>
            </a:extLst>
          </p:cNvPr>
          <p:cNvSpPr txBox="1"/>
          <p:nvPr/>
        </p:nvSpPr>
        <p:spPr>
          <a:xfrm>
            <a:off x="4424757" y="6418579"/>
            <a:ext cx="6259403" cy="240665"/>
          </a:xfrm>
          <a:prstGeom prst="rect">
            <a:avLst/>
          </a:prstGeom>
        </p:spPr>
        <p:txBody>
          <a:bodyPr lIns="0" tIns="0" rIns="0" bIns="0" rtlCol="0" anchor="t">
            <a:spAutoFit/>
          </a:bodyPr>
          <a:lstStyle/>
          <a:p>
            <a:pPr algn="r">
              <a:lnSpc>
                <a:spcPts val="1960"/>
              </a:lnSpc>
              <a:spcBef>
                <a:spcPct val="0"/>
              </a:spcBef>
            </a:pPr>
            <a:r>
              <a:rPr lang="en-US" sz="1400" spc="140" dirty="0">
                <a:solidFill>
                  <a:srgbClr val="000000"/>
                </a:solidFill>
                <a:latin typeface="HK Grotesk Light"/>
              </a:rPr>
              <a:t>2024 - RPS Consulting all rights reserved</a:t>
            </a:r>
          </a:p>
        </p:txBody>
      </p:sp>
      <p:sp>
        <p:nvSpPr>
          <p:cNvPr id="6" name="Slide Number Placeholder 5">
            <a:extLst>
              <a:ext uri="{FF2B5EF4-FFF2-40B4-BE49-F238E27FC236}">
                <a16:creationId xmlns:a16="http://schemas.microsoft.com/office/drawing/2014/main" id="{8D490440-F5BA-2004-8132-73A6F866BBE8}"/>
              </a:ext>
            </a:extLst>
          </p:cNvPr>
          <p:cNvSpPr>
            <a:spLocks noGrp="1"/>
          </p:cNvSpPr>
          <p:nvPr>
            <p:ph type="sldNum" sz="quarter" idx="12"/>
          </p:nvPr>
        </p:nvSpPr>
        <p:spPr/>
        <p:txBody>
          <a:bodyPr/>
          <a:lstStyle/>
          <a:p>
            <a:fld id="{C8F35010-364B-470B-BB6C-DCBBE63D2E54}" type="slidenum">
              <a:rPr lang="en-US" smtClean="0">
                <a:solidFill>
                  <a:schemeClr val="tx1"/>
                </a:solidFill>
              </a:rPr>
              <a:t>11</a:t>
            </a:fld>
            <a:endParaRPr lang="en-US" dirty="0">
              <a:solidFill>
                <a:schemeClr val="tx1"/>
              </a:solidFill>
            </a:endParaRPr>
          </a:p>
        </p:txBody>
      </p:sp>
      <p:sp>
        <p:nvSpPr>
          <p:cNvPr id="4" name="TextBox 3">
            <a:extLst>
              <a:ext uri="{FF2B5EF4-FFF2-40B4-BE49-F238E27FC236}">
                <a16:creationId xmlns:a16="http://schemas.microsoft.com/office/drawing/2014/main" id="{50864C3D-EFFA-BCF2-5018-AFD1C1A9222C}"/>
              </a:ext>
            </a:extLst>
          </p:cNvPr>
          <p:cNvSpPr txBox="1"/>
          <p:nvPr/>
        </p:nvSpPr>
        <p:spPr>
          <a:xfrm>
            <a:off x="834547" y="1386658"/>
            <a:ext cx="9528651" cy="2677656"/>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457200" lvl="0" indent="-457200">
              <a:buFont typeface="Arial" panose="020B0604020202020204" pitchFamily="34" charset="0"/>
              <a:buChar char="•"/>
            </a:pPr>
            <a:r>
              <a:rPr lang="en-IN" sz="2800" dirty="0"/>
              <a:t>Developed using Angular</a:t>
            </a:r>
          </a:p>
          <a:p>
            <a:pPr marL="457200" lvl="0" indent="-457200">
              <a:buFont typeface="Arial" panose="020B0604020202020204" pitchFamily="34" charset="0"/>
              <a:buChar char="•"/>
            </a:pPr>
            <a:r>
              <a:rPr lang="en-IN" sz="2800" dirty="0"/>
              <a:t>Responsive UI with clean layout</a:t>
            </a:r>
          </a:p>
          <a:p>
            <a:pPr marL="457200" lvl="0" indent="-457200">
              <a:buFont typeface="Arial" panose="020B0604020202020204" pitchFamily="34" charset="0"/>
              <a:buChar char="•"/>
            </a:pPr>
            <a:r>
              <a:rPr lang="en-IN" sz="2800" dirty="0"/>
              <a:t>Forms for task creation and update</a:t>
            </a:r>
          </a:p>
          <a:p>
            <a:pPr marL="457200" lvl="0" indent="-457200">
              <a:buFont typeface="Arial" panose="020B0604020202020204" pitchFamily="34" charset="0"/>
              <a:buChar char="•"/>
            </a:pPr>
            <a:r>
              <a:rPr lang="en-IN" sz="2800" dirty="0"/>
              <a:t>Filters for task status</a:t>
            </a:r>
          </a:p>
          <a:p>
            <a:pPr marL="457200" lvl="0" indent="-457200">
              <a:buFont typeface="Arial" panose="020B0604020202020204" pitchFamily="34" charset="0"/>
              <a:buChar char="•"/>
            </a:pPr>
            <a:r>
              <a:rPr lang="en-IN" sz="2800" dirty="0"/>
              <a:t>Theme toggle (Light / Dark mode)</a:t>
            </a:r>
          </a:p>
          <a:p>
            <a:pPr marL="457200" lvl="0" indent="-457200">
              <a:buFont typeface="Arial" panose="020B0604020202020204" pitchFamily="34" charset="0"/>
              <a:buChar char="•"/>
            </a:pPr>
            <a:r>
              <a:rPr lang="en-IN" sz="2800" dirty="0"/>
              <a:t>Communicates with backend using </a:t>
            </a:r>
            <a:r>
              <a:rPr lang="en-IN" sz="2800" dirty="0" err="1"/>
              <a:t>HttpClient</a:t>
            </a:r>
            <a:endParaRPr lang="en-IN" sz="2800" dirty="0"/>
          </a:p>
        </p:txBody>
      </p:sp>
    </p:spTree>
    <p:extLst>
      <p:ext uri="{BB962C8B-B14F-4D97-AF65-F5344CB8AC3E}">
        <p14:creationId xmlns:p14="http://schemas.microsoft.com/office/powerpoint/2010/main" val="345420203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83B598-CEB1-970A-1554-0A1972BF8ED5}"/>
            </a:ext>
          </a:extLst>
        </p:cNvPr>
        <p:cNvGrpSpPr/>
        <p:nvPr/>
      </p:nvGrpSpPr>
      <p:grpSpPr>
        <a:xfrm>
          <a:off x="0" y="0"/>
          <a:ext cx="0" cy="0"/>
          <a:chOff x="0" y="0"/>
          <a:chExt cx="0" cy="0"/>
        </a:xfrm>
      </p:grpSpPr>
      <p:sp>
        <p:nvSpPr>
          <p:cNvPr id="29" name="Rectangle 155">
            <a:extLst>
              <a:ext uri="{FF2B5EF4-FFF2-40B4-BE49-F238E27FC236}">
                <a16:creationId xmlns:a16="http://schemas.microsoft.com/office/drawing/2014/main" id="{B5C279F6-E2F0-A4A7-BFE7-B1872E5A9758}"/>
              </a:ext>
            </a:extLst>
          </p:cNvPr>
          <p:cNvSpPr/>
          <p:nvPr/>
        </p:nvSpPr>
        <p:spPr>
          <a:xfrm>
            <a:off x="722253" y="484191"/>
            <a:ext cx="10102565" cy="553998"/>
          </a:xfrm>
          <a:prstGeom prst="rect">
            <a:avLst/>
          </a:prstGeom>
        </p:spPr>
        <p:txBody>
          <a:bodyPr wrap="square" lIns="0" tIns="0" rIns="0" bIns="0">
            <a:spAutoFit/>
          </a:bodyPr>
          <a:lstStyle/>
          <a:p>
            <a:pPr>
              <a:spcBef>
                <a:spcPct val="0"/>
              </a:spcBef>
            </a:pPr>
            <a:r>
              <a:rPr lang="en-US" sz="3600" b="1" dirty="0">
                <a:solidFill>
                  <a:srgbClr val="0187CC"/>
                </a:solidFill>
                <a:latin typeface="HK Grotesk Bold"/>
              </a:rPr>
              <a:t>Frontend Implementation</a:t>
            </a:r>
          </a:p>
        </p:txBody>
      </p:sp>
      <p:pic>
        <p:nvPicPr>
          <p:cNvPr id="2" name="Picture 1" descr="Logo&#10;&#10;Description automatically generated">
            <a:extLst>
              <a:ext uri="{FF2B5EF4-FFF2-40B4-BE49-F238E27FC236}">
                <a16:creationId xmlns:a16="http://schemas.microsoft.com/office/drawing/2014/main" id="{99AFA44A-5A90-3F9F-5961-360B1242D6C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8630" y="6397884"/>
            <a:ext cx="645766" cy="422937"/>
          </a:xfrm>
          <a:prstGeom prst="rect">
            <a:avLst/>
          </a:prstGeom>
        </p:spPr>
      </p:pic>
      <p:sp>
        <p:nvSpPr>
          <p:cNvPr id="3" name="TextBox 5">
            <a:extLst>
              <a:ext uri="{FF2B5EF4-FFF2-40B4-BE49-F238E27FC236}">
                <a16:creationId xmlns:a16="http://schemas.microsoft.com/office/drawing/2014/main" id="{1AEEEB95-8B79-0369-05E9-40710CB06C5E}"/>
              </a:ext>
            </a:extLst>
          </p:cNvPr>
          <p:cNvSpPr txBox="1"/>
          <p:nvPr/>
        </p:nvSpPr>
        <p:spPr>
          <a:xfrm>
            <a:off x="4424757" y="6418579"/>
            <a:ext cx="6259403" cy="240665"/>
          </a:xfrm>
          <a:prstGeom prst="rect">
            <a:avLst/>
          </a:prstGeom>
        </p:spPr>
        <p:txBody>
          <a:bodyPr lIns="0" tIns="0" rIns="0" bIns="0" rtlCol="0" anchor="t">
            <a:spAutoFit/>
          </a:bodyPr>
          <a:lstStyle/>
          <a:p>
            <a:pPr algn="r">
              <a:lnSpc>
                <a:spcPts val="1960"/>
              </a:lnSpc>
              <a:spcBef>
                <a:spcPct val="0"/>
              </a:spcBef>
            </a:pPr>
            <a:r>
              <a:rPr lang="en-US" sz="1400" spc="140" dirty="0">
                <a:solidFill>
                  <a:srgbClr val="000000"/>
                </a:solidFill>
                <a:latin typeface="HK Grotesk Light"/>
              </a:rPr>
              <a:t>2024 - RPS Consulting all rights reserved</a:t>
            </a:r>
          </a:p>
        </p:txBody>
      </p:sp>
      <p:sp>
        <p:nvSpPr>
          <p:cNvPr id="6" name="Slide Number Placeholder 5">
            <a:extLst>
              <a:ext uri="{FF2B5EF4-FFF2-40B4-BE49-F238E27FC236}">
                <a16:creationId xmlns:a16="http://schemas.microsoft.com/office/drawing/2014/main" id="{AB0659B6-138C-767A-5883-607E6E4498F8}"/>
              </a:ext>
            </a:extLst>
          </p:cNvPr>
          <p:cNvSpPr>
            <a:spLocks noGrp="1"/>
          </p:cNvSpPr>
          <p:nvPr>
            <p:ph type="sldNum" sz="quarter" idx="12"/>
          </p:nvPr>
        </p:nvSpPr>
        <p:spPr/>
        <p:txBody>
          <a:bodyPr/>
          <a:lstStyle/>
          <a:p>
            <a:fld id="{C8F35010-364B-470B-BB6C-DCBBE63D2E54}" type="slidenum">
              <a:rPr lang="en-US" smtClean="0">
                <a:solidFill>
                  <a:schemeClr val="tx1"/>
                </a:solidFill>
              </a:rPr>
              <a:t>12</a:t>
            </a:fld>
            <a:endParaRPr lang="en-US" dirty="0">
              <a:solidFill>
                <a:schemeClr val="tx1"/>
              </a:solidFill>
            </a:endParaRPr>
          </a:p>
        </p:txBody>
      </p:sp>
      <p:pic>
        <p:nvPicPr>
          <p:cNvPr id="9" name="Picture 8">
            <a:extLst>
              <a:ext uri="{FF2B5EF4-FFF2-40B4-BE49-F238E27FC236}">
                <a16:creationId xmlns:a16="http://schemas.microsoft.com/office/drawing/2014/main" id="{D16EF662-0988-D495-B74A-C257F2239F86}"/>
              </a:ext>
            </a:extLst>
          </p:cNvPr>
          <p:cNvPicPr>
            <a:picLocks noChangeAspect="1"/>
          </p:cNvPicPr>
          <p:nvPr/>
        </p:nvPicPr>
        <p:blipFill>
          <a:blip r:embed="rId3"/>
          <a:stretch>
            <a:fillRect/>
          </a:stretch>
        </p:blipFill>
        <p:spPr>
          <a:xfrm>
            <a:off x="1330583" y="1532350"/>
            <a:ext cx="9296777" cy="4736370"/>
          </a:xfrm>
          <a:prstGeom prst="rect">
            <a:avLst/>
          </a:prstGeom>
        </p:spPr>
      </p:pic>
      <p:sp>
        <p:nvSpPr>
          <p:cNvPr id="10" name="TextBox 9">
            <a:extLst>
              <a:ext uri="{FF2B5EF4-FFF2-40B4-BE49-F238E27FC236}">
                <a16:creationId xmlns:a16="http://schemas.microsoft.com/office/drawing/2014/main" id="{5752FCA4-AB2D-670F-EEE9-7521211D0233}"/>
              </a:ext>
            </a:extLst>
          </p:cNvPr>
          <p:cNvSpPr txBox="1"/>
          <p:nvPr/>
        </p:nvSpPr>
        <p:spPr>
          <a:xfrm>
            <a:off x="915827" y="1051378"/>
            <a:ext cx="2213453" cy="369332"/>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r>
              <a:rPr lang="en-US" dirty="0"/>
              <a:t>Register Page</a:t>
            </a:r>
            <a:endParaRPr lang="en-IN" dirty="0"/>
          </a:p>
        </p:txBody>
      </p:sp>
    </p:spTree>
    <p:extLst>
      <p:ext uri="{BB962C8B-B14F-4D97-AF65-F5344CB8AC3E}">
        <p14:creationId xmlns:p14="http://schemas.microsoft.com/office/powerpoint/2010/main" val="285170421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942EA2-0542-6588-A76E-3FF93ACBE145}"/>
            </a:ext>
          </a:extLst>
        </p:cNvPr>
        <p:cNvGrpSpPr/>
        <p:nvPr/>
      </p:nvGrpSpPr>
      <p:grpSpPr>
        <a:xfrm>
          <a:off x="0" y="0"/>
          <a:ext cx="0" cy="0"/>
          <a:chOff x="0" y="0"/>
          <a:chExt cx="0" cy="0"/>
        </a:xfrm>
      </p:grpSpPr>
      <p:sp>
        <p:nvSpPr>
          <p:cNvPr id="29" name="Rectangle 155">
            <a:extLst>
              <a:ext uri="{FF2B5EF4-FFF2-40B4-BE49-F238E27FC236}">
                <a16:creationId xmlns:a16="http://schemas.microsoft.com/office/drawing/2014/main" id="{ABC28578-AD18-1B60-2AD4-8B5F4EB7794F}"/>
              </a:ext>
            </a:extLst>
          </p:cNvPr>
          <p:cNvSpPr/>
          <p:nvPr/>
        </p:nvSpPr>
        <p:spPr>
          <a:xfrm>
            <a:off x="559693" y="301311"/>
            <a:ext cx="10102565" cy="553998"/>
          </a:xfrm>
          <a:prstGeom prst="rect">
            <a:avLst/>
          </a:prstGeom>
        </p:spPr>
        <p:txBody>
          <a:bodyPr wrap="square" lIns="0" tIns="0" rIns="0" bIns="0">
            <a:spAutoFit/>
          </a:bodyPr>
          <a:lstStyle/>
          <a:p>
            <a:pPr>
              <a:spcBef>
                <a:spcPct val="0"/>
              </a:spcBef>
            </a:pPr>
            <a:r>
              <a:rPr lang="en-US" sz="3600" b="1" dirty="0">
                <a:solidFill>
                  <a:srgbClr val="0187CC"/>
                </a:solidFill>
                <a:latin typeface="HK Grotesk Bold"/>
              </a:rPr>
              <a:t>Frontend Implementation</a:t>
            </a:r>
          </a:p>
        </p:txBody>
      </p:sp>
      <p:pic>
        <p:nvPicPr>
          <p:cNvPr id="2" name="Picture 1" descr="Logo&#10;&#10;Description automatically generated">
            <a:extLst>
              <a:ext uri="{FF2B5EF4-FFF2-40B4-BE49-F238E27FC236}">
                <a16:creationId xmlns:a16="http://schemas.microsoft.com/office/drawing/2014/main" id="{51D1ED06-0221-280E-7BA3-A8CBDC46D49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8630" y="6397884"/>
            <a:ext cx="645766" cy="422937"/>
          </a:xfrm>
          <a:prstGeom prst="rect">
            <a:avLst/>
          </a:prstGeom>
        </p:spPr>
      </p:pic>
      <p:sp>
        <p:nvSpPr>
          <p:cNvPr id="3" name="TextBox 5">
            <a:extLst>
              <a:ext uri="{FF2B5EF4-FFF2-40B4-BE49-F238E27FC236}">
                <a16:creationId xmlns:a16="http://schemas.microsoft.com/office/drawing/2014/main" id="{DE58F551-C6F4-6AE2-4599-2A0A2EAC1428}"/>
              </a:ext>
            </a:extLst>
          </p:cNvPr>
          <p:cNvSpPr txBox="1"/>
          <p:nvPr/>
        </p:nvSpPr>
        <p:spPr>
          <a:xfrm>
            <a:off x="4424757" y="6418579"/>
            <a:ext cx="6259403" cy="240665"/>
          </a:xfrm>
          <a:prstGeom prst="rect">
            <a:avLst/>
          </a:prstGeom>
        </p:spPr>
        <p:txBody>
          <a:bodyPr lIns="0" tIns="0" rIns="0" bIns="0" rtlCol="0" anchor="t">
            <a:spAutoFit/>
          </a:bodyPr>
          <a:lstStyle/>
          <a:p>
            <a:pPr algn="r">
              <a:lnSpc>
                <a:spcPts val="1960"/>
              </a:lnSpc>
              <a:spcBef>
                <a:spcPct val="0"/>
              </a:spcBef>
            </a:pPr>
            <a:r>
              <a:rPr lang="en-US" sz="1400" spc="140" dirty="0">
                <a:solidFill>
                  <a:srgbClr val="000000"/>
                </a:solidFill>
                <a:latin typeface="HK Grotesk Light"/>
              </a:rPr>
              <a:t>2024 - RPS Consulting all rights reserved</a:t>
            </a:r>
          </a:p>
        </p:txBody>
      </p:sp>
      <p:sp>
        <p:nvSpPr>
          <p:cNvPr id="6" name="Slide Number Placeholder 5">
            <a:extLst>
              <a:ext uri="{FF2B5EF4-FFF2-40B4-BE49-F238E27FC236}">
                <a16:creationId xmlns:a16="http://schemas.microsoft.com/office/drawing/2014/main" id="{E03FBD37-06D4-4776-922A-675967AC96A1}"/>
              </a:ext>
            </a:extLst>
          </p:cNvPr>
          <p:cNvSpPr>
            <a:spLocks noGrp="1"/>
          </p:cNvSpPr>
          <p:nvPr>
            <p:ph type="sldNum" sz="quarter" idx="12"/>
          </p:nvPr>
        </p:nvSpPr>
        <p:spPr/>
        <p:txBody>
          <a:bodyPr/>
          <a:lstStyle/>
          <a:p>
            <a:fld id="{C8F35010-364B-470B-BB6C-DCBBE63D2E54}" type="slidenum">
              <a:rPr lang="en-US" smtClean="0">
                <a:solidFill>
                  <a:schemeClr val="tx1"/>
                </a:solidFill>
              </a:rPr>
              <a:t>13</a:t>
            </a:fld>
            <a:endParaRPr lang="en-US" dirty="0">
              <a:solidFill>
                <a:schemeClr val="tx1"/>
              </a:solidFill>
            </a:endParaRPr>
          </a:p>
        </p:txBody>
      </p:sp>
      <p:sp>
        <p:nvSpPr>
          <p:cNvPr id="4" name="TextBox 3">
            <a:extLst>
              <a:ext uri="{FF2B5EF4-FFF2-40B4-BE49-F238E27FC236}">
                <a16:creationId xmlns:a16="http://schemas.microsoft.com/office/drawing/2014/main" id="{AA8D38C9-AD23-7F59-7CA0-001B49B32C7F}"/>
              </a:ext>
            </a:extLst>
          </p:cNvPr>
          <p:cNvSpPr txBox="1"/>
          <p:nvPr/>
        </p:nvSpPr>
        <p:spPr>
          <a:xfrm>
            <a:off x="1037747" y="970098"/>
            <a:ext cx="1370173" cy="369332"/>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r>
              <a:rPr lang="en-US" dirty="0"/>
              <a:t>Login Page</a:t>
            </a:r>
            <a:endParaRPr lang="en-IN" dirty="0"/>
          </a:p>
        </p:txBody>
      </p:sp>
      <p:pic>
        <p:nvPicPr>
          <p:cNvPr id="9" name="Picture 8">
            <a:extLst>
              <a:ext uri="{FF2B5EF4-FFF2-40B4-BE49-F238E27FC236}">
                <a16:creationId xmlns:a16="http://schemas.microsoft.com/office/drawing/2014/main" id="{81444B44-B4B8-EF01-D1BC-7CFD480D8C75}"/>
              </a:ext>
            </a:extLst>
          </p:cNvPr>
          <p:cNvPicPr>
            <a:picLocks noChangeAspect="1"/>
          </p:cNvPicPr>
          <p:nvPr/>
        </p:nvPicPr>
        <p:blipFill>
          <a:blip r:embed="rId3"/>
          <a:srcRect b="4571"/>
          <a:stretch>
            <a:fillRect/>
          </a:stretch>
        </p:blipFill>
        <p:spPr>
          <a:xfrm>
            <a:off x="1483360" y="1465655"/>
            <a:ext cx="8768080" cy="4535655"/>
          </a:xfrm>
          <a:prstGeom prst="rect">
            <a:avLst/>
          </a:prstGeom>
        </p:spPr>
      </p:pic>
    </p:spTree>
    <p:extLst>
      <p:ext uri="{BB962C8B-B14F-4D97-AF65-F5344CB8AC3E}">
        <p14:creationId xmlns:p14="http://schemas.microsoft.com/office/powerpoint/2010/main" val="164574948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4054B5-1E2D-6582-BEAB-2CA10B270BC7}"/>
            </a:ext>
          </a:extLst>
        </p:cNvPr>
        <p:cNvGrpSpPr/>
        <p:nvPr/>
      </p:nvGrpSpPr>
      <p:grpSpPr>
        <a:xfrm>
          <a:off x="0" y="0"/>
          <a:ext cx="0" cy="0"/>
          <a:chOff x="0" y="0"/>
          <a:chExt cx="0" cy="0"/>
        </a:xfrm>
      </p:grpSpPr>
      <p:sp>
        <p:nvSpPr>
          <p:cNvPr id="29" name="Rectangle 155">
            <a:extLst>
              <a:ext uri="{FF2B5EF4-FFF2-40B4-BE49-F238E27FC236}">
                <a16:creationId xmlns:a16="http://schemas.microsoft.com/office/drawing/2014/main" id="{B72E9B93-E7E1-A52F-CDA5-164A7BBA73AF}"/>
              </a:ext>
            </a:extLst>
          </p:cNvPr>
          <p:cNvSpPr/>
          <p:nvPr/>
        </p:nvSpPr>
        <p:spPr>
          <a:xfrm>
            <a:off x="632419" y="386869"/>
            <a:ext cx="10102565" cy="553998"/>
          </a:xfrm>
          <a:prstGeom prst="rect">
            <a:avLst/>
          </a:prstGeom>
        </p:spPr>
        <p:txBody>
          <a:bodyPr wrap="square" lIns="0" tIns="0" rIns="0" bIns="0">
            <a:spAutoFit/>
          </a:bodyPr>
          <a:lstStyle/>
          <a:p>
            <a:pPr>
              <a:spcBef>
                <a:spcPct val="0"/>
              </a:spcBef>
            </a:pPr>
            <a:r>
              <a:rPr lang="en-US" sz="3600" b="1" dirty="0">
                <a:solidFill>
                  <a:srgbClr val="0187CC"/>
                </a:solidFill>
                <a:latin typeface="HK Grotesk Bold"/>
              </a:rPr>
              <a:t>Frontend Implementation</a:t>
            </a:r>
          </a:p>
        </p:txBody>
      </p:sp>
      <p:pic>
        <p:nvPicPr>
          <p:cNvPr id="2" name="Picture 1" descr="Logo&#10;&#10;Description automatically generated">
            <a:extLst>
              <a:ext uri="{FF2B5EF4-FFF2-40B4-BE49-F238E27FC236}">
                <a16:creationId xmlns:a16="http://schemas.microsoft.com/office/drawing/2014/main" id="{AB630603-C9CB-386D-8B0C-0866AC60844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8630" y="6397884"/>
            <a:ext cx="645766" cy="422937"/>
          </a:xfrm>
          <a:prstGeom prst="rect">
            <a:avLst/>
          </a:prstGeom>
        </p:spPr>
      </p:pic>
      <p:sp>
        <p:nvSpPr>
          <p:cNvPr id="3" name="TextBox 5">
            <a:extLst>
              <a:ext uri="{FF2B5EF4-FFF2-40B4-BE49-F238E27FC236}">
                <a16:creationId xmlns:a16="http://schemas.microsoft.com/office/drawing/2014/main" id="{D2DB2A2E-C9F8-13AF-C470-4217E127A256}"/>
              </a:ext>
            </a:extLst>
          </p:cNvPr>
          <p:cNvSpPr txBox="1"/>
          <p:nvPr/>
        </p:nvSpPr>
        <p:spPr>
          <a:xfrm>
            <a:off x="4424757" y="6418579"/>
            <a:ext cx="6259403" cy="240665"/>
          </a:xfrm>
          <a:prstGeom prst="rect">
            <a:avLst/>
          </a:prstGeom>
        </p:spPr>
        <p:txBody>
          <a:bodyPr lIns="0" tIns="0" rIns="0" bIns="0" rtlCol="0" anchor="t">
            <a:spAutoFit/>
          </a:bodyPr>
          <a:lstStyle/>
          <a:p>
            <a:pPr algn="r">
              <a:lnSpc>
                <a:spcPts val="1960"/>
              </a:lnSpc>
              <a:spcBef>
                <a:spcPct val="0"/>
              </a:spcBef>
            </a:pPr>
            <a:r>
              <a:rPr lang="en-US" sz="1400" spc="140" dirty="0">
                <a:solidFill>
                  <a:srgbClr val="000000"/>
                </a:solidFill>
                <a:latin typeface="HK Grotesk Light"/>
              </a:rPr>
              <a:t>2024 - RPS Consulting all rights reserved</a:t>
            </a:r>
          </a:p>
        </p:txBody>
      </p:sp>
      <p:sp>
        <p:nvSpPr>
          <p:cNvPr id="6" name="Slide Number Placeholder 5">
            <a:extLst>
              <a:ext uri="{FF2B5EF4-FFF2-40B4-BE49-F238E27FC236}">
                <a16:creationId xmlns:a16="http://schemas.microsoft.com/office/drawing/2014/main" id="{0CC8CC76-4B6B-494D-A3C6-9B9EC8431540}"/>
              </a:ext>
            </a:extLst>
          </p:cNvPr>
          <p:cNvSpPr>
            <a:spLocks noGrp="1"/>
          </p:cNvSpPr>
          <p:nvPr>
            <p:ph type="sldNum" sz="quarter" idx="12"/>
          </p:nvPr>
        </p:nvSpPr>
        <p:spPr/>
        <p:txBody>
          <a:bodyPr/>
          <a:lstStyle/>
          <a:p>
            <a:fld id="{C8F35010-364B-470B-BB6C-DCBBE63D2E54}" type="slidenum">
              <a:rPr lang="en-US" smtClean="0">
                <a:solidFill>
                  <a:schemeClr val="tx1"/>
                </a:solidFill>
              </a:rPr>
              <a:t>14</a:t>
            </a:fld>
            <a:endParaRPr lang="en-US" dirty="0">
              <a:solidFill>
                <a:schemeClr val="tx1"/>
              </a:solidFill>
            </a:endParaRPr>
          </a:p>
        </p:txBody>
      </p:sp>
      <p:sp>
        <p:nvSpPr>
          <p:cNvPr id="4" name="TextBox 3">
            <a:extLst>
              <a:ext uri="{FF2B5EF4-FFF2-40B4-BE49-F238E27FC236}">
                <a16:creationId xmlns:a16="http://schemas.microsoft.com/office/drawing/2014/main" id="{8D9E6188-CC18-B404-58AB-7142693EEBF8}"/>
              </a:ext>
            </a:extLst>
          </p:cNvPr>
          <p:cNvSpPr txBox="1"/>
          <p:nvPr/>
        </p:nvSpPr>
        <p:spPr>
          <a:xfrm>
            <a:off x="909411" y="991488"/>
            <a:ext cx="2331629" cy="369332"/>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r>
              <a:rPr lang="en-US" dirty="0"/>
              <a:t>Task List Page</a:t>
            </a:r>
            <a:endParaRPr lang="en-IN" dirty="0"/>
          </a:p>
        </p:txBody>
      </p:sp>
      <p:pic>
        <p:nvPicPr>
          <p:cNvPr id="9" name="Picture 8">
            <a:extLst>
              <a:ext uri="{FF2B5EF4-FFF2-40B4-BE49-F238E27FC236}">
                <a16:creationId xmlns:a16="http://schemas.microsoft.com/office/drawing/2014/main" id="{124193E2-7602-94C4-E3D1-574B0ADE5E51}"/>
              </a:ext>
            </a:extLst>
          </p:cNvPr>
          <p:cNvPicPr>
            <a:picLocks noChangeAspect="1"/>
          </p:cNvPicPr>
          <p:nvPr/>
        </p:nvPicPr>
        <p:blipFill>
          <a:blip r:embed="rId3"/>
          <a:stretch>
            <a:fillRect/>
          </a:stretch>
        </p:blipFill>
        <p:spPr>
          <a:xfrm>
            <a:off x="1219200" y="1495663"/>
            <a:ext cx="9347200" cy="4802733"/>
          </a:xfrm>
          <a:prstGeom prst="rect">
            <a:avLst/>
          </a:prstGeom>
        </p:spPr>
      </p:pic>
    </p:spTree>
    <p:extLst>
      <p:ext uri="{BB962C8B-B14F-4D97-AF65-F5344CB8AC3E}">
        <p14:creationId xmlns:p14="http://schemas.microsoft.com/office/powerpoint/2010/main" val="373863145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847C61-321E-0891-D211-A37794DEEDCF}"/>
            </a:ext>
          </a:extLst>
        </p:cNvPr>
        <p:cNvGrpSpPr/>
        <p:nvPr/>
      </p:nvGrpSpPr>
      <p:grpSpPr>
        <a:xfrm>
          <a:off x="0" y="0"/>
          <a:ext cx="0" cy="0"/>
          <a:chOff x="0" y="0"/>
          <a:chExt cx="0" cy="0"/>
        </a:xfrm>
      </p:grpSpPr>
      <p:sp>
        <p:nvSpPr>
          <p:cNvPr id="29" name="Rectangle 155">
            <a:extLst>
              <a:ext uri="{FF2B5EF4-FFF2-40B4-BE49-F238E27FC236}">
                <a16:creationId xmlns:a16="http://schemas.microsoft.com/office/drawing/2014/main" id="{F0F3D544-8FE8-FF1A-E06E-E897B6544E92}"/>
              </a:ext>
            </a:extLst>
          </p:cNvPr>
          <p:cNvSpPr/>
          <p:nvPr/>
        </p:nvSpPr>
        <p:spPr>
          <a:xfrm>
            <a:off x="642043" y="452106"/>
            <a:ext cx="10102565" cy="553998"/>
          </a:xfrm>
          <a:prstGeom prst="rect">
            <a:avLst/>
          </a:prstGeom>
        </p:spPr>
        <p:txBody>
          <a:bodyPr wrap="square" lIns="0" tIns="0" rIns="0" bIns="0">
            <a:spAutoFit/>
          </a:bodyPr>
          <a:lstStyle/>
          <a:p>
            <a:pPr>
              <a:spcBef>
                <a:spcPct val="0"/>
              </a:spcBef>
            </a:pPr>
            <a:r>
              <a:rPr lang="en-US" sz="3600" b="1" dirty="0">
                <a:solidFill>
                  <a:srgbClr val="0187CC"/>
                </a:solidFill>
                <a:latin typeface="HK Grotesk Bold"/>
              </a:rPr>
              <a:t>REST API </a:t>
            </a:r>
            <a:r>
              <a:rPr lang="en-US" sz="3600" b="1" dirty="0" err="1">
                <a:solidFill>
                  <a:srgbClr val="0187CC"/>
                </a:solidFill>
                <a:latin typeface="HK Grotesk Bold"/>
              </a:rPr>
              <a:t>EndPoints</a:t>
            </a:r>
            <a:endParaRPr lang="en-US" sz="3600" b="1" dirty="0">
              <a:solidFill>
                <a:srgbClr val="0187CC"/>
              </a:solidFill>
              <a:latin typeface="HK Grotesk Bold"/>
            </a:endParaRPr>
          </a:p>
        </p:txBody>
      </p:sp>
      <p:pic>
        <p:nvPicPr>
          <p:cNvPr id="2" name="Picture 1" descr="Logo&#10;&#10;Description automatically generated">
            <a:extLst>
              <a:ext uri="{FF2B5EF4-FFF2-40B4-BE49-F238E27FC236}">
                <a16:creationId xmlns:a16="http://schemas.microsoft.com/office/drawing/2014/main" id="{F934FF15-9E72-CA7B-9079-E5F03F7E814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8630" y="6397884"/>
            <a:ext cx="645766" cy="422937"/>
          </a:xfrm>
          <a:prstGeom prst="rect">
            <a:avLst/>
          </a:prstGeom>
        </p:spPr>
      </p:pic>
      <p:sp>
        <p:nvSpPr>
          <p:cNvPr id="3" name="TextBox 5">
            <a:extLst>
              <a:ext uri="{FF2B5EF4-FFF2-40B4-BE49-F238E27FC236}">
                <a16:creationId xmlns:a16="http://schemas.microsoft.com/office/drawing/2014/main" id="{D010E99D-281F-37A2-8060-A7CF5E4A437A}"/>
              </a:ext>
            </a:extLst>
          </p:cNvPr>
          <p:cNvSpPr txBox="1"/>
          <p:nvPr/>
        </p:nvSpPr>
        <p:spPr>
          <a:xfrm>
            <a:off x="4424757" y="6418579"/>
            <a:ext cx="6259403" cy="240665"/>
          </a:xfrm>
          <a:prstGeom prst="rect">
            <a:avLst/>
          </a:prstGeom>
        </p:spPr>
        <p:txBody>
          <a:bodyPr lIns="0" tIns="0" rIns="0" bIns="0" rtlCol="0" anchor="t">
            <a:spAutoFit/>
          </a:bodyPr>
          <a:lstStyle/>
          <a:p>
            <a:pPr algn="r">
              <a:lnSpc>
                <a:spcPts val="1960"/>
              </a:lnSpc>
              <a:spcBef>
                <a:spcPct val="0"/>
              </a:spcBef>
            </a:pPr>
            <a:r>
              <a:rPr lang="en-US" sz="1400" spc="140" dirty="0">
                <a:solidFill>
                  <a:srgbClr val="000000"/>
                </a:solidFill>
                <a:latin typeface="HK Grotesk Light"/>
              </a:rPr>
              <a:t>2024 - RPS Consulting all rights reserved</a:t>
            </a:r>
          </a:p>
        </p:txBody>
      </p:sp>
      <p:sp>
        <p:nvSpPr>
          <p:cNvPr id="6" name="Slide Number Placeholder 5">
            <a:extLst>
              <a:ext uri="{FF2B5EF4-FFF2-40B4-BE49-F238E27FC236}">
                <a16:creationId xmlns:a16="http://schemas.microsoft.com/office/drawing/2014/main" id="{F23DB110-DEE0-617E-1A39-15D745E5A6F0}"/>
              </a:ext>
            </a:extLst>
          </p:cNvPr>
          <p:cNvSpPr>
            <a:spLocks noGrp="1"/>
          </p:cNvSpPr>
          <p:nvPr>
            <p:ph type="sldNum" sz="quarter" idx="12"/>
          </p:nvPr>
        </p:nvSpPr>
        <p:spPr/>
        <p:txBody>
          <a:bodyPr/>
          <a:lstStyle/>
          <a:p>
            <a:fld id="{C8F35010-364B-470B-BB6C-DCBBE63D2E54}" type="slidenum">
              <a:rPr lang="en-US" smtClean="0">
                <a:solidFill>
                  <a:schemeClr val="tx1"/>
                </a:solidFill>
              </a:rPr>
              <a:t>15</a:t>
            </a:fld>
            <a:endParaRPr lang="en-US" dirty="0">
              <a:solidFill>
                <a:schemeClr val="tx1"/>
              </a:solidFill>
            </a:endParaRPr>
          </a:p>
        </p:txBody>
      </p:sp>
      <p:sp>
        <p:nvSpPr>
          <p:cNvPr id="4" name="TextBox 3">
            <a:extLst>
              <a:ext uri="{FF2B5EF4-FFF2-40B4-BE49-F238E27FC236}">
                <a16:creationId xmlns:a16="http://schemas.microsoft.com/office/drawing/2014/main" id="{1D7E028E-3E0C-8C9B-5972-63538DF8C22C}"/>
              </a:ext>
            </a:extLst>
          </p:cNvPr>
          <p:cNvSpPr txBox="1"/>
          <p:nvPr/>
        </p:nvSpPr>
        <p:spPr>
          <a:xfrm>
            <a:off x="713697" y="1120894"/>
            <a:ext cx="4202673" cy="369332"/>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lvl="0" indent="-285750">
              <a:buFont typeface="Arial" panose="020B0604020202020204" pitchFamily="34" charset="0"/>
              <a:buChar char="•"/>
            </a:pPr>
            <a:r>
              <a:rPr lang="en-IN" b="1" dirty="0">
                <a:latin typeface="HK Grotesk Bold"/>
              </a:rPr>
              <a:t>POST /</a:t>
            </a:r>
            <a:r>
              <a:rPr lang="en-IN" b="1" dirty="0" err="1">
                <a:latin typeface="HK Grotesk Bold"/>
              </a:rPr>
              <a:t>api</a:t>
            </a:r>
            <a:r>
              <a:rPr lang="en-IN" b="1" dirty="0">
                <a:latin typeface="HK Grotesk Bold"/>
              </a:rPr>
              <a:t>/auth/register – User register</a:t>
            </a:r>
          </a:p>
        </p:txBody>
      </p:sp>
      <p:pic>
        <p:nvPicPr>
          <p:cNvPr id="11" name="Picture 10">
            <a:extLst>
              <a:ext uri="{FF2B5EF4-FFF2-40B4-BE49-F238E27FC236}">
                <a16:creationId xmlns:a16="http://schemas.microsoft.com/office/drawing/2014/main" id="{D61DD8BF-199F-81CC-3366-0451BBDDCFD5}"/>
              </a:ext>
            </a:extLst>
          </p:cNvPr>
          <p:cNvPicPr>
            <a:picLocks noChangeAspect="1"/>
          </p:cNvPicPr>
          <p:nvPr/>
        </p:nvPicPr>
        <p:blipFill>
          <a:blip r:embed="rId3">
            <a:extLst>
              <a:ext uri="{28A0092B-C50C-407E-A947-70E740481C1C}">
                <a14:useLocalDpi xmlns:a14="http://schemas.microsoft.com/office/drawing/2010/main" val="0"/>
              </a:ext>
            </a:extLst>
          </a:blip>
          <a:srcRect b="14736"/>
          <a:stretch>
            <a:fillRect/>
          </a:stretch>
        </p:blipFill>
        <p:spPr>
          <a:xfrm>
            <a:off x="1432560" y="1673225"/>
            <a:ext cx="9072880" cy="4351439"/>
          </a:xfrm>
          <a:prstGeom prst="rect">
            <a:avLst/>
          </a:prstGeom>
        </p:spPr>
      </p:pic>
    </p:spTree>
    <p:extLst>
      <p:ext uri="{BB962C8B-B14F-4D97-AF65-F5344CB8AC3E}">
        <p14:creationId xmlns:p14="http://schemas.microsoft.com/office/powerpoint/2010/main" val="237441249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EBC227-ABB6-59E3-5AA4-1DEAFED1492B}"/>
            </a:ext>
          </a:extLst>
        </p:cNvPr>
        <p:cNvGrpSpPr/>
        <p:nvPr/>
      </p:nvGrpSpPr>
      <p:grpSpPr>
        <a:xfrm>
          <a:off x="0" y="0"/>
          <a:ext cx="0" cy="0"/>
          <a:chOff x="0" y="0"/>
          <a:chExt cx="0" cy="0"/>
        </a:xfrm>
      </p:grpSpPr>
      <p:sp>
        <p:nvSpPr>
          <p:cNvPr id="29" name="Rectangle 155">
            <a:extLst>
              <a:ext uri="{FF2B5EF4-FFF2-40B4-BE49-F238E27FC236}">
                <a16:creationId xmlns:a16="http://schemas.microsoft.com/office/drawing/2014/main" id="{D13DFE4B-AD14-56AC-E02A-26EB228F75E3}"/>
              </a:ext>
            </a:extLst>
          </p:cNvPr>
          <p:cNvSpPr/>
          <p:nvPr/>
        </p:nvSpPr>
        <p:spPr>
          <a:xfrm>
            <a:off x="642043" y="452106"/>
            <a:ext cx="10102565" cy="553998"/>
          </a:xfrm>
          <a:prstGeom prst="rect">
            <a:avLst/>
          </a:prstGeom>
        </p:spPr>
        <p:txBody>
          <a:bodyPr wrap="square" lIns="0" tIns="0" rIns="0" bIns="0">
            <a:spAutoFit/>
          </a:bodyPr>
          <a:lstStyle/>
          <a:p>
            <a:pPr>
              <a:spcBef>
                <a:spcPct val="0"/>
              </a:spcBef>
            </a:pPr>
            <a:r>
              <a:rPr lang="en-US" sz="3600" b="1" dirty="0">
                <a:solidFill>
                  <a:srgbClr val="0187CC"/>
                </a:solidFill>
                <a:latin typeface="HK Grotesk Bold"/>
              </a:rPr>
              <a:t>REST API </a:t>
            </a:r>
            <a:r>
              <a:rPr lang="en-US" sz="3600" b="1" dirty="0" err="1">
                <a:solidFill>
                  <a:srgbClr val="0187CC"/>
                </a:solidFill>
                <a:latin typeface="HK Grotesk Bold"/>
              </a:rPr>
              <a:t>EndPoints</a:t>
            </a:r>
            <a:endParaRPr lang="en-US" sz="3600" b="1" dirty="0">
              <a:solidFill>
                <a:srgbClr val="0187CC"/>
              </a:solidFill>
              <a:latin typeface="HK Grotesk Bold"/>
            </a:endParaRPr>
          </a:p>
        </p:txBody>
      </p:sp>
      <p:pic>
        <p:nvPicPr>
          <p:cNvPr id="2" name="Picture 1" descr="Logo&#10;&#10;Description automatically generated">
            <a:extLst>
              <a:ext uri="{FF2B5EF4-FFF2-40B4-BE49-F238E27FC236}">
                <a16:creationId xmlns:a16="http://schemas.microsoft.com/office/drawing/2014/main" id="{29F02221-BE93-8C35-157B-C17D232A074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8630" y="6397884"/>
            <a:ext cx="645766" cy="422937"/>
          </a:xfrm>
          <a:prstGeom prst="rect">
            <a:avLst/>
          </a:prstGeom>
        </p:spPr>
      </p:pic>
      <p:sp>
        <p:nvSpPr>
          <p:cNvPr id="3" name="TextBox 5">
            <a:extLst>
              <a:ext uri="{FF2B5EF4-FFF2-40B4-BE49-F238E27FC236}">
                <a16:creationId xmlns:a16="http://schemas.microsoft.com/office/drawing/2014/main" id="{C546EFA2-4530-E9DE-4DBB-6BA97A8BEE0D}"/>
              </a:ext>
            </a:extLst>
          </p:cNvPr>
          <p:cNvSpPr txBox="1"/>
          <p:nvPr/>
        </p:nvSpPr>
        <p:spPr>
          <a:xfrm>
            <a:off x="4424757" y="6418579"/>
            <a:ext cx="6259403" cy="240665"/>
          </a:xfrm>
          <a:prstGeom prst="rect">
            <a:avLst/>
          </a:prstGeom>
        </p:spPr>
        <p:txBody>
          <a:bodyPr lIns="0" tIns="0" rIns="0" bIns="0" rtlCol="0" anchor="t">
            <a:spAutoFit/>
          </a:bodyPr>
          <a:lstStyle/>
          <a:p>
            <a:pPr algn="r">
              <a:lnSpc>
                <a:spcPts val="1960"/>
              </a:lnSpc>
              <a:spcBef>
                <a:spcPct val="0"/>
              </a:spcBef>
            </a:pPr>
            <a:r>
              <a:rPr lang="en-US" sz="1400" spc="140" dirty="0">
                <a:solidFill>
                  <a:srgbClr val="000000"/>
                </a:solidFill>
                <a:latin typeface="HK Grotesk Light"/>
              </a:rPr>
              <a:t>2024 - RPS Consulting all rights reserved</a:t>
            </a:r>
          </a:p>
        </p:txBody>
      </p:sp>
      <p:sp>
        <p:nvSpPr>
          <p:cNvPr id="6" name="Slide Number Placeholder 5">
            <a:extLst>
              <a:ext uri="{FF2B5EF4-FFF2-40B4-BE49-F238E27FC236}">
                <a16:creationId xmlns:a16="http://schemas.microsoft.com/office/drawing/2014/main" id="{30A9D795-00A5-C5AD-6764-F4DDA0703B21}"/>
              </a:ext>
            </a:extLst>
          </p:cNvPr>
          <p:cNvSpPr>
            <a:spLocks noGrp="1"/>
          </p:cNvSpPr>
          <p:nvPr>
            <p:ph type="sldNum" sz="quarter" idx="12"/>
          </p:nvPr>
        </p:nvSpPr>
        <p:spPr/>
        <p:txBody>
          <a:bodyPr/>
          <a:lstStyle/>
          <a:p>
            <a:fld id="{C8F35010-364B-470B-BB6C-DCBBE63D2E54}" type="slidenum">
              <a:rPr lang="en-US" smtClean="0">
                <a:solidFill>
                  <a:schemeClr val="tx1"/>
                </a:solidFill>
              </a:rPr>
              <a:t>16</a:t>
            </a:fld>
            <a:endParaRPr lang="en-US" dirty="0">
              <a:solidFill>
                <a:schemeClr val="tx1"/>
              </a:solidFill>
            </a:endParaRPr>
          </a:p>
        </p:txBody>
      </p:sp>
      <p:sp>
        <p:nvSpPr>
          <p:cNvPr id="4" name="TextBox 3">
            <a:extLst>
              <a:ext uri="{FF2B5EF4-FFF2-40B4-BE49-F238E27FC236}">
                <a16:creationId xmlns:a16="http://schemas.microsoft.com/office/drawing/2014/main" id="{640BB423-36C1-2383-EA91-0C381291C490}"/>
              </a:ext>
            </a:extLst>
          </p:cNvPr>
          <p:cNvSpPr txBox="1"/>
          <p:nvPr/>
        </p:nvSpPr>
        <p:spPr>
          <a:xfrm>
            <a:off x="1018497" y="1070094"/>
            <a:ext cx="4202673" cy="369332"/>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lvl="0" indent="-285750">
              <a:buFont typeface="Arial" panose="020B0604020202020204" pitchFamily="34" charset="0"/>
              <a:buChar char="•"/>
            </a:pPr>
            <a:r>
              <a:rPr lang="en-IN" b="1" dirty="0">
                <a:latin typeface="HK Grotesk Bold"/>
              </a:rPr>
              <a:t>POST /</a:t>
            </a:r>
            <a:r>
              <a:rPr lang="en-IN" b="1" dirty="0" err="1">
                <a:latin typeface="HK Grotesk Bold"/>
              </a:rPr>
              <a:t>api</a:t>
            </a:r>
            <a:r>
              <a:rPr lang="en-IN" b="1" dirty="0">
                <a:latin typeface="HK Grotesk Bold"/>
              </a:rPr>
              <a:t>/auth/login – User login</a:t>
            </a:r>
          </a:p>
        </p:txBody>
      </p:sp>
      <p:pic>
        <p:nvPicPr>
          <p:cNvPr id="10" name="Picture 9">
            <a:extLst>
              <a:ext uri="{FF2B5EF4-FFF2-40B4-BE49-F238E27FC236}">
                <a16:creationId xmlns:a16="http://schemas.microsoft.com/office/drawing/2014/main" id="{71F2C83D-BCC3-46C7-253A-6BEE9F09CA8E}"/>
              </a:ext>
            </a:extLst>
          </p:cNvPr>
          <p:cNvPicPr>
            <a:picLocks noChangeAspect="1"/>
          </p:cNvPicPr>
          <p:nvPr/>
        </p:nvPicPr>
        <p:blipFill>
          <a:blip r:embed="rId3">
            <a:extLst>
              <a:ext uri="{28A0092B-C50C-407E-A947-70E740481C1C}">
                <a14:useLocalDpi xmlns:a14="http://schemas.microsoft.com/office/drawing/2010/main" val="0"/>
              </a:ext>
            </a:extLst>
          </a:blip>
          <a:srcRect b="15583"/>
          <a:stretch>
            <a:fillRect/>
          </a:stretch>
        </p:blipFill>
        <p:spPr>
          <a:xfrm>
            <a:off x="1645920" y="1615440"/>
            <a:ext cx="9083040" cy="4313051"/>
          </a:xfrm>
          <a:prstGeom prst="rect">
            <a:avLst/>
          </a:prstGeom>
        </p:spPr>
      </p:pic>
    </p:spTree>
    <p:extLst>
      <p:ext uri="{BB962C8B-B14F-4D97-AF65-F5344CB8AC3E}">
        <p14:creationId xmlns:p14="http://schemas.microsoft.com/office/powerpoint/2010/main" val="17273527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9ED74D-AA3D-23CA-C0A3-2BA0EBD6FCF7}"/>
            </a:ext>
          </a:extLst>
        </p:cNvPr>
        <p:cNvGrpSpPr/>
        <p:nvPr/>
      </p:nvGrpSpPr>
      <p:grpSpPr>
        <a:xfrm>
          <a:off x="0" y="0"/>
          <a:ext cx="0" cy="0"/>
          <a:chOff x="0" y="0"/>
          <a:chExt cx="0" cy="0"/>
        </a:xfrm>
      </p:grpSpPr>
      <p:sp>
        <p:nvSpPr>
          <p:cNvPr id="29" name="Rectangle 155">
            <a:extLst>
              <a:ext uri="{FF2B5EF4-FFF2-40B4-BE49-F238E27FC236}">
                <a16:creationId xmlns:a16="http://schemas.microsoft.com/office/drawing/2014/main" id="{AFB45586-2CD9-5D0A-5109-E98C3E100F51}"/>
              </a:ext>
            </a:extLst>
          </p:cNvPr>
          <p:cNvSpPr/>
          <p:nvPr/>
        </p:nvSpPr>
        <p:spPr>
          <a:xfrm>
            <a:off x="642043" y="452106"/>
            <a:ext cx="10102565" cy="553998"/>
          </a:xfrm>
          <a:prstGeom prst="rect">
            <a:avLst/>
          </a:prstGeom>
        </p:spPr>
        <p:txBody>
          <a:bodyPr wrap="square" lIns="0" tIns="0" rIns="0" bIns="0">
            <a:spAutoFit/>
          </a:bodyPr>
          <a:lstStyle/>
          <a:p>
            <a:pPr>
              <a:spcBef>
                <a:spcPct val="0"/>
              </a:spcBef>
            </a:pPr>
            <a:r>
              <a:rPr lang="en-US" sz="3600" b="1" dirty="0">
                <a:solidFill>
                  <a:srgbClr val="0187CC"/>
                </a:solidFill>
                <a:latin typeface="HK Grotesk Bold"/>
              </a:rPr>
              <a:t>REST API </a:t>
            </a:r>
            <a:r>
              <a:rPr lang="en-US" sz="3600" b="1" dirty="0" err="1">
                <a:solidFill>
                  <a:srgbClr val="0187CC"/>
                </a:solidFill>
                <a:latin typeface="HK Grotesk Bold"/>
              </a:rPr>
              <a:t>EndPoints</a:t>
            </a:r>
            <a:endParaRPr lang="en-US" sz="3600" b="1" dirty="0">
              <a:solidFill>
                <a:srgbClr val="0187CC"/>
              </a:solidFill>
              <a:latin typeface="HK Grotesk Bold"/>
            </a:endParaRPr>
          </a:p>
        </p:txBody>
      </p:sp>
      <p:pic>
        <p:nvPicPr>
          <p:cNvPr id="2" name="Picture 1" descr="Logo&#10;&#10;Description automatically generated">
            <a:extLst>
              <a:ext uri="{FF2B5EF4-FFF2-40B4-BE49-F238E27FC236}">
                <a16:creationId xmlns:a16="http://schemas.microsoft.com/office/drawing/2014/main" id="{A06D1B27-0E2E-7775-B577-2942A09E23B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8630" y="6397884"/>
            <a:ext cx="645766" cy="422937"/>
          </a:xfrm>
          <a:prstGeom prst="rect">
            <a:avLst/>
          </a:prstGeom>
        </p:spPr>
      </p:pic>
      <p:sp>
        <p:nvSpPr>
          <p:cNvPr id="3" name="TextBox 5">
            <a:extLst>
              <a:ext uri="{FF2B5EF4-FFF2-40B4-BE49-F238E27FC236}">
                <a16:creationId xmlns:a16="http://schemas.microsoft.com/office/drawing/2014/main" id="{9885EE39-F1B1-5D9E-7695-F54C316572C0}"/>
              </a:ext>
            </a:extLst>
          </p:cNvPr>
          <p:cNvSpPr txBox="1"/>
          <p:nvPr/>
        </p:nvSpPr>
        <p:spPr>
          <a:xfrm>
            <a:off x="4424757" y="6418579"/>
            <a:ext cx="6259403" cy="240665"/>
          </a:xfrm>
          <a:prstGeom prst="rect">
            <a:avLst/>
          </a:prstGeom>
        </p:spPr>
        <p:txBody>
          <a:bodyPr lIns="0" tIns="0" rIns="0" bIns="0" rtlCol="0" anchor="t">
            <a:spAutoFit/>
          </a:bodyPr>
          <a:lstStyle/>
          <a:p>
            <a:pPr algn="r">
              <a:lnSpc>
                <a:spcPts val="1960"/>
              </a:lnSpc>
              <a:spcBef>
                <a:spcPct val="0"/>
              </a:spcBef>
            </a:pPr>
            <a:r>
              <a:rPr lang="en-US" sz="1400" spc="140" dirty="0">
                <a:solidFill>
                  <a:srgbClr val="000000"/>
                </a:solidFill>
                <a:latin typeface="HK Grotesk Light"/>
              </a:rPr>
              <a:t>2024 - RPS Consulting all rights reserved</a:t>
            </a:r>
          </a:p>
        </p:txBody>
      </p:sp>
      <p:sp>
        <p:nvSpPr>
          <p:cNvPr id="6" name="Slide Number Placeholder 5">
            <a:extLst>
              <a:ext uri="{FF2B5EF4-FFF2-40B4-BE49-F238E27FC236}">
                <a16:creationId xmlns:a16="http://schemas.microsoft.com/office/drawing/2014/main" id="{13A47B55-6094-3C51-CFBC-D3370E790002}"/>
              </a:ext>
            </a:extLst>
          </p:cNvPr>
          <p:cNvSpPr>
            <a:spLocks noGrp="1"/>
          </p:cNvSpPr>
          <p:nvPr>
            <p:ph type="sldNum" sz="quarter" idx="12"/>
          </p:nvPr>
        </p:nvSpPr>
        <p:spPr/>
        <p:txBody>
          <a:bodyPr/>
          <a:lstStyle/>
          <a:p>
            <a:fld id="{C8F35010-364B-470B-BB6C-DCBBE63D2E54}" type="slidenum">
              <a:rPr lang="en-US" smtClean="0">
                <a:solidFill>
                  <a:schemeClr val="tx1"/>
                </a:solidFill>
              </a:rPr>
              <a:t>17</a:t>
            </a:fld>
            <a:endParaRPr lang="en-US" dirty="0">
              <a:solidFill>
                <a:schemeClr val="tx1"/>
              </a:solidFill>
            </a:endParaRPr>
          </a:p>
        </p:txBody>
      </p:sp>
      <p:sp>
        <p:nvSpPr>
          <p:cNvPr id="4" name="TextBox 3">
            <a:extLst>
              <a:ext uri="{FF2B5EF4-FFF2-40B4-BE49-F238E27FC236}">
                <a16:creationId xmlns:a16="http://schemas.microsoft.com/office/drawing/2014/main" id="{6CAAAD02-A41B-06C4-B2C3-DC4B6010172E}"/>
              </a:ext>
            </a:extLst>
          </p:cNvPr>
          <p:cNvSpPr txBox="1"/>
          <p:nvPr/>
        </p:nvSpPr>
        <p:spPr>
          <a:xfrm>
            <a:off x="784817" y="1131054"/>
            <a:ext cx="6079600" cy="369332"/>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lvl="0" indent="-285750">
              <a:buFont typeface="Arial" panose="020B0604020202020204" pitchFamily="34" charset="0"/>
              <a:buChar char="•"/>
            </a:pPr>
            <a:r>
              <a:rPr lang="en-IN" b="1" dirty="0">
                <a:latin typeface="HK Grotesk Bold"/>
              </a:rPr>
              <a:t>POST  /</a:t>
            </a:r>
            <a:r>
              <a:rPr lang="en-IN" b="1" dirty="0" err="1">
                <a:latin typeface="HK Grotesk Bold"/>
              </a:rPr>
              <a:t>api</a:t>
            </a:r>
            <a:r>
              <a:rPr lang="en-IN" b="1" dirty="0">
                <a:latin typeface="HK Grotesk Bold"/>
              </a:rPr>
              <a:t>/task/user/{</a:t>
            </a:r>
            <a:r>
              <a:rPr lang="en-IN" b="1" dirty="0" err="1">
                <a:latin typeface="HK Grotesk Bold"/>
              </a:rPr>
              <a:t>userId</a:t>
            </a:r>
            <a:r>
              <a:rPr lang="en-IN" b="1" dirty="0">
                <a:latin typeface="HK Grotesk Bold"/>
              </a:rPr>
              <a:t>} – Add task</a:t>
            </a:r>
          </a:p>
        </p:txBody>
      </p:sp>
      <p:pic>
        <p:nvPicPr>
          <p:cNvPr id="7" name="Picture 6">
            <a:extLst>
              <a:ext uri="{FF2B5EF4-FFF2-40B4-BE49-F238E27FC236}">
                <a16:creationId xmlns:a16="http://schemas.microsoft.com/office/drawing/2014/main" id="{2232A317-75C3-6580-9C1B-49D2D6AFF278}"/>
              </a:ext>
            </a:extLst>
          </p:cNvPr>
          <p:cNvPicPr>
            <a:picLocks noChangeAspect="1"/>
          </p:cNvPicPr>
          <p:nvPr/>
        </p:nvPicPr>
        <p:blipFill>
          <a:blip r:embed="rId3">
            <a:extLst>
              <a:ext uri="{28A0092B-C50C-407E-A947-70E740481C1C}">
                <a14:useLocalDpi xmlns:a14="http://schemas.microsoft.com/office/drawing/2010/main" val="0"/>
              </a:ext>
            </a:extLst>
          </a:blip>
          <a:srcRect b="8114"/>
          <a:stretch>
            <a:fillRect/>
          </a:stretch>
        </p:blipFill>
        <p:spPr>
          <a:xfrm>
            <a:off x="1649306" y="1605280"/>
            <a:ext cx="8785014" cy="4540610"/>
          </a:xfrm>
          <a:prstGeom prst="rect">
            <a:avLst/>
          </a:prstGeom>
        </p:spPr>
      </p:pic>
    </p:spTree>
    <p:extLst>
      <p:ext uri="{BB962C8B-B14F-4D97-AF65-F5344CB8AC3E}">
        <p14:creationId xmlns:p14="http://schemas.microsoft.com/office/powerpoint/2010/main" val="59808264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13B4C4-F1C2-8811-2433-5ACA4D97A7E0}"/>
            </a:ext>
          </a:extLst>
        </p:cNvPr>
        <p:cNvGrpSpPr/>
        <p:nvPr/>
      </p:nvGrpSpPr>
      <p:grpSpPr>
        <a:xfrm>
          <a:off x="0" y="0"/>
          <a:ext cx="0" cy="0"/>
          <a:chOff x="0" y="0"/>
          <a:chExt cx="0" cy="0"/>
        </a:xfrm>
      </p:grpSpPr>
      <p:sp>
        <p:nvSpPr>
          <p:cNvPr id="29" name="Rectangle 155">
            <a:extLst>
              <a:ext uri="{FF2B5EF4-FFF2-40B4-BE49-F238E27FC236}">
                <a16:creationId xmlns:a16="http://schemas.microsoft.com/office/drawing/2014/main" id="{A3248D60-E8FC-D5C6-FF21-776207EC699B}"/>
              </a:ext>
            </a:extLst>
          </p:cNvPr>
          <p:cNvSpPr/>
          <p:nvPr/>
        </p:nvSpPr>
        <p:spPr>
          <a:xfrm>
            <a:off x="642043" y="452106"/>
            <a:ext cx="10102565" cy="553998"/>
          </a:xfrm>
          <a:prstGeom prst="rect">
            <a:avLst/>
          </a:prstGeom>
        </p:spPr>
        <p:txBody>
          <a:bodyPr wrap="square" lIns="0" tIns="0" rIns="0" bIns="0">
            <a:spAutoFit/>
          </a:bodyPr>
          <a:lstStyle/>
          <a:p>
            <a:pPr>
              <a:spcBef>
                <a:spcPct val="0"/>
              </a:spcBef>
            </a:pPr>
            <a:r>
              <a:rPr lang="en-US" sz="3600" b="1" dirty="0">
                <a:solidFill>
                  <a:srgbClr val="0187CC"/>
                </a:solidFill>
                <a:latin typeface="HK Grotesk Bold"/>
              </a:rPr>
              <a:t>REST API </a:t>
            </a:r>
            <a:r>
              <a:rPr lang="en-US" sz="3600" b="1" dirty="0" err="1">
                <a:solidFill>
                  <a:srgbClr val="0187CC"/>
                </a:solidFill>
                <a:latin typeface="HK Grotesk Bold"/>
              </a:rPr>
              <a:t>EndPoints</a:t>
            </a:r>
            <a:endParaRPr lang="en-US" sz="3600" b="1" dirty="0">
              <a:solidFill>
                <a:srgbClr val="0187CC"/>
              </a:solidFill>
              <a:latin typeface="HK Grotesk Bold"/>
            </a:endParaRPr>
          </a:p>
        </p:txBody>
      </p:sp>
      <p:pic>
        <p:nvPicPr>
          <p:cNvPr id="2" name="Picture 1" descr="Logo&#10;&#10;Description automatically generated">
            <a:extLst>
              <a:ext uri="{FF2B5EF4-FFF2-40B4-BE49-F238E27FC236}">
                <a16:creationId xmlns:a16="http://schemas.microsoft.com/office/drawing/2014/main" id="{0D5C645A-D480-DB29-2713-2FCC68046E5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8630" y="6397884"/>
            <a:ext cx="645766" cy="422937"/>
          </a:xfrm>
          <a:prstGeom prst="rect">
            <a:avLst/>
          </a:prstGeom>
        </p:spPr>
      </p:pic>
      <p:sp>
        <p:nvSpPr>
          <p:cNvPr id="3" name="TextBox 5">
            <a:extLst>
              <a:ext uri="{FF2B5EF4-FFF2-40B4-BE49-F238E27FC236}">
                <a16:creationId xmlns:a16="http://schemas.microsoft.com/office/drawing/2014/main" id="{54CC1436-2117-3B0D-EE5E-E38421859BD8}"/>
              </a:ext>
            </a:extLst>
          </p:cNvPr>
          <p:cNvSpPr txBox="1"/>
          <p:nvPr/>
        </p:nvSpPr>
        <p:spPr>
          <a:xfrm>
            <a:off x="4424757" y="6418579"/>
            <a:ext cx="6259403" cy="240665"/>
          </a:xfrm>
          <a:prstGeom prst="rect">
            <a:avLst/>
          </a:prstGeom>
        </p:spPr>
        <p:txBody>
          <a:bodyPr lIns="0" tIns="0" rIns="0" bIns="0" rtlCol="0" anchor="t">
            <a:spAutoFit/>
          </a:bodyPr>
          <a:lstStyle/>
          <a:p>
            <a:pPr algn="r">
              <a:lnSpc>
                <a:spcPts val="1960"/>
              </a:lnSpc>
              <a:spcBef>
                <a:spcPct val="0"/>
              </a:spcBef>
            </a:pPr>
            <a:r>
              <a:rPr lang="en-US" sz="1400" spc="140" dirty="0">
                <a:solidFill>
                  <a:srgbClr val="000000"/>
                </a:solidFill>
                <a:latin typeface="HK Grotesk Light"/>
              </a:rPr>
              <a:t>2024 - RPS Consulting all rights reserved</a:t>
            </a:r>
          </a:p>
        </p:txBody>
      </p:sp>
      <p:sp>
        <p:nvSpPr>
          <p:cNvPr id="6" name="Slide Number Placeholder 5">
            <a:extLst>
              <a:ext uri="{FF2B5EF4-FFF2-40B4-BE49-F238E27FC236}">
                <a16:creationId xmlns:a16="http://schemas.microsoft.com/office/drawing/2014/main" id="{87B58C26-0FC4-607F-BF49-7C3E8A0896C4}"/>
              </a:ext>
            </a:extLst>
          </p:cNvPr>
          <p:cNvSpPr>
            <a:spLocks noGrp="1"/>
          </p:cNvSpPr>
          <p:nvPr>
            <p:ph type="sldNum" sz="quarter" idx="12"/>
          </p:nvPr>
        </p:nvSpPr>
        <p:spPr/>
        <p:txBody>
          <a:bodyPr/>
          <a:lstStyle/>
          <a:p>
            <a:fld id="{C8F35010-364B-470B-BB6C-DCBBE63D2E54}" type="slidenum">
              <a:rPr lang="en-US" smtClean="0">
                <a:solidFill>
                  <a:schemeClr val="tx1"/>
                </a:solidFill>
              </a:rPr>
              <a:t>18</a:t>
            </a:fld>
            <a:endParaRPr lang="en-US" dirty="0">
              <a:solidFill>
                <a:schemeClr val="tx1"/>
              </a:solidFill>
            </a:endParaRPr>
          </a:p>
        </p:txBody>
      </p:sp>
      <p:sp>
        <p:nvSpPr>
          <p:cNvPr id="4" name="TextBox 3">
            <a:extLst>
              <a:ext uri="{FF2B5EF4-FFF2-40B4-BE49-F238E27FC236}">
                <a16:creationId xmlns:a16="http://schemas.microsoft.com/office/drawing/2014/main" id="{DBF4BC7B-4F63-66A0-E5CF-4CC3ED7E50B1}"/>
              </a:ext>
            </a:extLst>
          </p:cNvPr>
          <p:cNvSpPr txBox="1"/>
          <p:nvPr/>
        </p:nvSpPr>
        <p:spPr>
          <a:xfrm>
            <a:off x="764497" y="1029454"/>
            <a:ext cx="6143768" cy="369332"/>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lvl="0" indent="-285750">
              <a:buFont typeface="Arial" panose="020B0604020202020204" pitchFamily="34" charset="0"/>
              <a:buChar char="•"/>
            </a:pPr>
            <a:r>
              <a:rPr lang="en-IN" b="1" dirty="0">
                <a:latin typeface="HK Grotesk Bold"/>
              </a:rPr>
              <a:t>GET /</a:t>
            </a:r>
            <a:r>
              <a:rPr lang="en-IN" b="1" dirty="0" err="1">
                <a:latin typeface="HK Grotesk Bold"/>
              </a:rPr>
              <a:t>api</a:t>
            </a:r>
            <a:r>
              <a:rPr lang="en-IN" b="1" dirty="0">
                <a:latin typeface="HK Grotesk Bold"/>
              </a:rPr>
              <a:t>/task/user/{</a:t>
            </a:r>
            <a:r>
              <a:rPr lang="en-IN" b="1" dirty="0" err="1">
                <a:latin typeface="HK Grotesk Bold"/>
              </a:rPr>
              <a:t>userId</a:t>
            </a:r>
            <a:r>
              <a:rPr lang="en-IN" b="1" dirty="0">
                <a:latin typeface="HK Grotesk Bold"/>
              </a:rPr>
              <a:t>} – Fetch tasks</a:t>
            </a:r>
          </a:p>
        </p:txBody>
      </p:sp>
      <p:pic>
        <p:nvPicPr>
          <p:cNvPr id="9" name="Picture 8">
            <a:extLst>
              <a:ext uri="{FF2B5EF4-FFF2-40B4-BE49-F238E27FC236}">
                <a16:creationId xmlns:a16="http://schemas.microsoft.com/office/drawing/2014/main" id="{6B8EB5A7-5A2F-6658-0D05-A4EF4B1FF35B}"/>
              </a:ext>
            </a:extLst>
          </p:cNvPr>
          <p:cNvPicPr>
            <a:picLocks noChangeAspect="1"/>
          </p:cNvPicPr>
          <p:nvPr/>
        </p:nvPicPr>
        <p:blipFill>
          <a:blip r:embed="rId3">
            <a:extLst>
              <a:ext uri="{28A0092B-C50C-407E-A947-70E740481C1C}">
                <a14:useLocalDpi xmlns:a14="http://schemas.microsoft.com/office/drawing/2010/main" val="0"/>
              </a:ext>
            </a:extLst>
          </a:blip>
          <a:srcRect l="102" r="1" b="8002"/>
          <a:stretch>
            <a:fillRect/>
          </a:stretch>
        </p:blipFill>
        <p:spPr>
          <a:xfrm>
            <a:off x="1442720" y="1534160"/>
            <a:ext cx="9204960" cy="4768378"/>
          </a:xfrm>
          <a:prstGeom prst="rect">
            <a:avLst/>
          </a:prstGeom>
        </p:spPr>
      </p:pic>
    </p:spTree>
    <p:extLst>
      <p:ext uri="{BB962C8B-B14F-4D97-AF65-F5344CB8AC3E}">
        <p14:creationId xmlns:p14="http://schemas.microsoft.com/office/powerpoint/2010/main" val="283235042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240CD0-3E33-E188-2CF6-12A7787BDD35}"/>
            </a:ext>
          </a:extLst>
        </p:cNvPr>
        <p:cNvGrpSpPr/>
        <p:nvPr/>
      </p:nvGrpSpPr>
      <p:grpSpPr>
        <a:xfrm>
          <a:off x="0" y="0"/>
          <a:ext cx="0" cy="0"/>
          <a:chOff x="0" y="0"/>
          <a:chExt cx="0" cy="0"/>
        </a:xfrm>
      </p:grpSpPr>
      <p:sp>
        <p:nvSpPr>
          <p:cNvPr id="29" name="Rectangle 155">
            <a:extLst>
              <a:ext uri="{FF2B5EF4-FFF2-40B4-BE49-F238E27FC236}">
                <a16:creationId xmlns:a16="http://schemas.microsoft.com/office/drawing/2014/main" id="{22B29FE6-4E9B-7A92-82A6-53032340800C}"/>
              </a:ext>
            </a:extLst>
          </p:cNvPr>
          <p:cNvSpPr/>
          <p:nvPr/>
        </p:nvSpPr>
        <p:spPr>
          <a:xfrm>
            <a:off x="642043" y="452106"/>
            <a:ext cx="10102565" cy="553998"/>
          </a:xfrm>
          <a:prstGeom prst="rect">
            <a:avLst/>
          </a:prstGeom>
        </p:spPr>
        <p:txBody>
          <a:bodyPr wrap="square" lIns="0" tIns="0" rIns="0" bIns="0">
            <a:spAutoFit/>
          </a:bodyPr>
          <a:lstStyle/>
          <a:p>
            <a:pPr>
              <a:spcBef>
                <a:spcPct val="0"/>
              </a:spcBef>
            </a:pPr>
            <a:r>
              <a:rPr lang="en-US" sz="3600" b="1" dirty="0">
                <a:solidFill>
                  <a:srgbClr val="0187CC"/>
                </a:solidFill>
                <a:latin typeface="HK Grotesk Bold"/>
              </a:rPr>
              <a:t>REST API </a:t>
            </a:r>
            <a:r>
              <a:rPr lang="en-US" sz="3600" b="1" dirty="0" err="1">
                <a:solidFill>
                  <a:srgbClr val="0187CC"/>
                </a:solidFill>
                <a:latin typeface="HK Grotesk Bold"/>
              </a:rPr>
              <a:t>EndPoints</a:t>
            </a:r>
            <a:endParaRPr lang="en-US" sz="3600" b="1" dirty="0">
              <a:solidFill>
                <a:srgbClr val="0187CC"/>
              </a:solidFill>
              <a:latin typeface="HK Grotesk Bold"/>
            </a:endParaRPr>
          </a:p>
        </p:txBody>
      </p:sp>
      <p:pic>
        <p:nvPicPr>
          <p:cNvPr id="2" name="Picture 1" descr="Logo&#10;&#10;Description automatically generated">
            <a:extLst>
              <a:ext uri="{FF2B5EF4-FFF2-40B4-BE49-F238E27FC236}">
                <a16:creationId xmlns:a16="http://schemas.microsoft.com/office/drawing/2014/main" id="{836B5CA8-944E-5451-EF9A-25AF7ED06CA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8630" y="6397884"/>
            <a:ext cx="645766" cy="422937"/>
          </a:xfrm>
          <a:prstGeom prst="rect">
            <a:avLst/>
          </a:prstGeom>
        </p:spPr>
      </p:pic>
      <p:sp>
        <p:nvSpPr>
          <p:cNvPr id="3" name="TextBox 5">
            <a:extLst>
              <a:ext uri="{FF2B5EF4-FFF2-40B4-BE49-F238E27FC236}">
                <a16:creationId xmlns:a16="http://schemas.microsoft.com/office/drawing/2014/main" id="{1646DD67-01AB-7264-1E72-6C99DED88CAA}"/>
              </a:ext>
            </a:extLst>
          </p:cNvPr>
          <p:cNvSpPr txBox="1"/>
          <p:nvPr/>
        </p:nvSpPr>
        <p:spPr>
          <a:xfrm>
            <a:off x="4424757" y="6418579"/>
            <a:ext cx="6259403" cy="240665"/>
          </a:xfrm>
          <a:prstGeom prst="rect">
            <a:avLst/>
          </a:prstGeom>
        </p:spPr>
        <p:txBody>
          <a:bodyPr lIns="0" tIns="0" rIns="0" bIns="0" rtlCol="0" anchor="t">
            <a:spAutoFit/>
          </a:bodyPr>
          <a:lstStyle/>
          <a:p>
            <a:pPr algn="r">
              <a:lnSpc>
                <a:spcPts val="1960"/>
              </a:lnSpc>
              <a:spcBef>
                <a:spcPct val="0"/>
              </a:spcBef>
            </a:pPr>
            <a:r>
              <a:rPr lang="en-US" sz="1400" spc="140" dirty="0">
                <a:solidFill>
                  <a:srgbClr val="000000"/>
                </a:solidFill>
                <a:latin typeface="HK Grotesk Light"/>
              </a:rPr>
              <a:t>2024 - RPS Consulting all rights reserved</a:t>
            </a:r>
          </a:p>
        </p:txBody>
      </p:sp>
      <p:sp>
        <p:nvSpPr>
          <p:cNvPr id="6" name="Slide Number Placeholder 5">
            <a:extLst>
              <a:ext uri="{FF2B5EF4-FFF2-40B4-BE49-F238E27FC236}">
                <a16:creationId xmlns:a16="http://schemas.microsoft.com/office/drawing/2014/main" id="{4A0A49BB-EB85-81D3-9D3C-1CD39D2D6F2B}"/>
              </a:ext>
            </a:extLst>
          </p:cNvPr>
          <p:cNvSpPr>
            <a:spLocks noGrp="1"/>
          </p:cNvSpPr>
          <p:nvPr>
            <p:ph type="sldNum" sz="quarter" idx="12"/>
          </p:nvPr>
        </p:nvSpPr>
        <p:spPr/>
        <p:txBody>
          <a:bodyPr/>
          <a:lstStyle/>
          <a:p>
            <a:fld id="{C8F35010-364B-470B-BB6C-DCBBE63D2E54}" type="slidenum">
              <a:rPr lang="en-US" smtClean="0">
                <a:solidFill>
                  <a:schemeClr val="tx1"/>
                </a:solidFill>
              </a:rPr>
              <a:t>19</a:t>
            </a:fld>
            <a:endParaRPr lang="en-US" dirty="0">
              <a:solidFill>
                <a:schemeClr val="tx1"/>
              </a:solidFill>
            </a:endParaRPr>
          </a:p>
        </p:txBody>
      </p:sp>
      <p:sp>
        <p:nvSpPr>
          <p:cNvPr id="4" name="TextBox 3">
            <a:extLst>
              <a:ext uri="{FF2B5EF4-FFF2-40B4-BE49-F238E27FC236}">
                <a16:creationId xmlns:a16="http://schemas.microsoft.com/office/drawing/2014/main" id="{E1E882C9-CA65-EBEB-DBD9-43DC67A0F428}"/>
              </a:ext>
            </a:extLst>
          </p:cNvPr>
          <p:cNvSpPr txBox="1"/>
          <p:nvPr/>
        </p:nvSpPr>
        <p:spPr>
          <a:xfrm>
            <a:off x="845777" y="1080254"/>
            <a:ext cx="6544821" cy="369332"/>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lvl="0" indent="-285750">
              <a:buFont typeface="Arial" panose="020B0604020202020204" pitchFamily="34" charset="0"/>
              <a:buChar char="•"/>
            </a:pPr>
            <a:r>
              <a:rPr lang="en-IN" b="1" dirty="0">
                <a:latin typeface="HK Grotesk Bold"/>
              </a:rPr>
              <a:t>PUT /</a:t>
            </a:r>
            <a:r>
              <a:rPr lang="en-IN" b="1" dirty="0" err="1">
                <a:latin typeface="HK Grotesk Bold"/>
              </a:rPr>
              <a:t>api</a:t>
            </a:r>
            <a:r>
              <a:rPr lang="en-IN" b="1" dirty="0">
                <a:latin typeface="HK Grotesk Bold"/>
              </a:rPr>
              <a:t>/task/user/{</a:t>
            </a:r>
            <a:r>
              <a:rPr lang="en-IN" b="1" dirty="0" err="1">
                <a:latin typeface="HK Grotesk Bold"/>
              </a:rPr>
              <a:t>taskId</a:t>
            </a:r>
            <a:r>
              <a:rPr lang="en-IN" b="1" dirty="0">
                <a:latin typeface="HK Grotesk Bold"/>
              </a:rPr>
              <a:t>} – Update task</a:t>
            </a:r>
          </a:p>
        </p:txBody>
      </p:sp>
      <p:pic>
        <p:nvPicPr>
          <p:cNvPr id="9" name="Picture 8">
            <a:extLst>
              <a:ext uri="{FF2B5EF4-FFF2-40B4-BE49-F238E27FC236}">
                <a16:creationId xmlns:a16="http://schemas.microsoft.com/office/drawing/2014/main" id="{89902D04-8BF7-B382-CF7A-C733BD1B8973}"/>
              </a:ext>
            </a:extLst>
          </p:cNvPr>
          <p:cNvPicPr>
            <a:picLocks noChangeAspect="1"/>
          </p:cNvPicPr>
          <p:nvPr/>
        </p:nvPicPr>
        <p:blipFill>
          <a:blip r:embed="rId3">
            <a:extLst>
              <a:ext uri="{28A0092B-C50C-407E-A947-70E740481C1C}">
                <a14:useLocalDpi xmlns:a14="http://schemas.microsoft.com/office/drawing/2010/main" val="0"/>
              </a:ext>
            </a:extLst>
          </a:blip>
          <a:srcRect t="1" b="8823"/>
          <a:stretch>
            <a:fillRect/>
          </a:stretch>
        </p:blipFill>
        <p:spPr>
          <a:xfrm>
            <a:off x="1808480" y="1574800"/>
            <a:ext cx="8595360" cy="4418278"/>
          </a:xfrm>
          <a:prstGeom prst="rect">
            <a:avLst/>
          </a:prstGeom>
        </p:spPr>
      </p:pic>
    </p:spTree>
    <p:extLst>
      <p:ext uri="{BB962C8B-B14F-4D97-AF65-F5344CB8AC3E}">
        <p14:creationId xmlns:p14="http://schemas.microsoft.com/office/powerpoint/2010/main" val="3731459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FFD258-2FB3-42A1-A0B2-D80FB556D4C1}"/>
            </a:ext>
          </a:extLst>
        </p:cNvPr>
        <p:cNvGrpSpPr/>
        <p:nvPr/>
      </p:nvGrpSpPr>
      <p:grpSpPr>
        <a:xfrm>
          <a:off x="0" y="0"/>
          <a:ext cx="0" cy="0"/>
          <a:chOff x="0" y="0"/>
          <a:chExt cx="0" cy="0"/>
        </a:xfrm>
      </p:grpSpPr>
      <p:sp>
        <p:nvSpPr>
          <p:cNvPr id="29" name="Rectangle 155">
            <a:extLst>
              <a:ext uri="{FF2B5EF4-FFF2-40B4-BE49-F238E27FC236}">
                <a16:creationId xmlns:a16="http://schemas.microsoft.com/office/drawing/2014/main" id="{4E18FE46-FADE-E130-8A17-95EC3CA56572}"/>
              </a:ext>
            </a:extLst>
          </p:cNvPr>
          <p:cNvSpPr/>
          <p:nvPr/>
        </p:nvSpPr>
        <p:spPr>
          <a:xfrm>
            <a:off x="642043" y="452106"/>
            <a:ext cx="10102565" cy="553998"/>
          </a:xfrm>
          <a:prstGeom prst="rect">
            <a:avLst/>
          </a:prstGeom>
        </p:spPr>
        <p:txBody>
          <a:bodyPr wrap="square" lIns="0" tIns="0" rIns="0" bIns="0">
            <a:spAutoFit/>
          </a:bodyPr>
          <a:lstStyle/>
          <a:p>
            <a:pPr>
              <a:spcBef>
                <a:spcPct val="0"/>
              </a:spcBef>
            </a:pPr>
            <a:r>
              <a:rPr lang="en-US" sz="3600" b="1" dirty="0">
                <a:solidFill>
                  <a:srgbClr val="0187CC"/>
                </a:solidFill>
                <a:latin typeface="HK Grotesk Bold"/>
              </a:rPr>
              <a:t>REST API </a:t>
            </a:r>
            <a:r>
              <a:rPr lang="en-US" sz="3600" b="1" dirty="0" err="1">
                <a:solidFill>
                  <a:srgbClr val="0187CC"/>
                </a:solidFill>
                <a:latin typeface="HK Grotesk Bold"/>
              </a:rPr>
              <a:t>EndPoints</a:t>
            </a:r>
            <a:endParaRPr lang="en-US" sz="3600" b="1" dirty="0">
              <a:solidFill>
                <a:srgbClr val="0187CC"/>
              </a:solidFill>
              <a:latin typeface="HK Grotesk Bold"/>
            </a:endParaRPr>
          </a:p>
        </p:txBody>
      </p:sp>
      <p:pic>
        <p:nvPicPr>
          <p:cNvPr id="2" name="Picture 1" descr="Logo&#10;&#10;Description automatically generated">
            <a:extLst>
              <a:ext uri="{FF2B5EF4-FFF2-40B4-BE49-F238E27FC236}">
                <a16:creationId xmlns:a16="http://schemas.microsoft.com/office/drawing/2014/main" id="{1CB0BBCF-1930-5192-4F3B-F1DA200DE25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8630" y="6397884"/>
            <a:ext cx="645766" cy="422937"/>
          </a:xfrm>
          <a:prstGeom prst="rect">
            <a:avLst/>
          </a:prstGeom>
        </p:spPr>
      </p:pic>
      <p:sp>
        <p:nvSpPr>
          <p:cNvPr id="3" name="TextBox 5">
            <a:extLst>
              <a:ext uri="{FF2B5EF4-FFF2-40B4-BE49-F238E27FC236}">
                <a16:creationId xmlns:a16="http://schemas.microsoft.com/office/drawing/2014/main" id="{5138F6AB-9BBD-BD0F-196B-71D0BD7BB5ED}"/>
              </a:ext>
            </a:extLst>
          </p:cNvPr>
          <p:cNvSpPr txBox="1"/>
          <p:nvPr/>
        </p:nvSpPr>
        <p:spPr>
          <a:xfrm>
            <a:off x="4424757" y="6418579"/>
            <a:ext cx="6259403" cy="240665"/>
          </a:xfrm>
          <a:prstGeom prst="rect">
            <a:avLst/>
          </a:prstGeom>
        </p:spPr>
        <p:txBody>
          <a:bodyPr lIns="0" tIns="0" rIns="0" bIns="0" rtlCol="0" anchor="t">
            <a:spAutoFit/>
          </a:bodyPr>
          <a:lstStyle/>
          <a:p>
            <a:pPr algn="r">
              <a:lnSpc>
                <a:spcPts val="1960"/>
              </a:lnSpc>
              <a:spcBef>
                <a:spcPct val="0"/>
              </a:spcBef>
            </a:pPr>
            <a:r>
              <a:rPr lang="en-US" sz="1400" spc="140" dirty="0">
                <a:solidFill>
                  <a:srgbClr val="000000"/>
                </a:solidFill>
                <a:latin typeface="HK Grotesk Light"/>
              </a:rPr>
              <a:t>2024 - RPS Consulting all rights reserved</a:t>
            </a:r>
          </a:p>
        </p:txBody>
      </p:sp>
      <p:sp>
        <p:nvSpPr>
          <p:cNvPr id="6" name="Slide Number Placeholder 5">
            <a:extLst>
              <a:ext uri="{FF2B5EF4-FFF2-40B4-BE49-F238E27FC236}">
                <a16:creationId xmlns:a16="http://schemas.microsoft.com/office/drawing/2014/main" id="{AD174795-BFFE-EF32-B4E4-72101171D3AA}"/>
              </a:ext>
            </a:extLst>
          </p:cNvPr>
          <p:cNvSpPr>
            <a:spLocks noGrp="1"/>
          </p:cNvSpPr>
          <p:nvPr>
            <p:ph type="sldNum" sz="quarter" idx="12"/>
          </p:nvPr>
        </p:nvSpPr>
        <p:spPr/>
        <p:txBody>
          <a:bodyPr/>
          <a:lstStyle/>
          <a:p>
            <a:fld id="{C8F35010-364B-470B-BB6C-DCBBE63D2E54}" type="slidenum">
              <a:rPr lang="en-US" smtClean="0">
                <a:solidFill>
                  <a:schemeClr val="tx1"/>
                </a:solidFill>
              </a:rPr>
              <a:t>20</a:t>
            </a:fld>
            <a:endParaRPr lang="en-US" dirty="0">
              <a:solidFill>
                <a:schemeClr val="tx1"/>
              </a:solidFill>
            </a:endParaRPr>
          </a:p>
        </p:txBody>
      </p:sp>
      <p:sp>
        <p:nvSpPr>
          <p:cNvPr id="4" name="TextBox 3">
            <a:extLst>
              <a:ext uri="{FF2B5EF4-FFF2-40B4-BE49-F238E27FC236}">
                <a16:creationId xmlns:a16="http://schemas.microsoft.com/office/drawing/2014/main" id="{F456115A-735F-1D6E-4E26-D9C4130A4E63}"/>
              </a:ext>
            </a:extLst>
          </p:cNvPr>
          <p:cNvSpPr txBox="1"/>
          <p:nvPr/>
        </p:nvSpPr>
        <p:spPr>
          <a:xfrm>
            <a:off x="774657" y="1181854"/>
            <a:ext cx="6015431" cy="369332"/>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lvl="0" indent="-285750">
              <a:buFont typeface="Arial" panose="020B0604020202020204" pitchFamily="34" charset="0"/>
              <a:buChar char="•"/>
            </a:pPr>
            <a:r>
              <a:rPr lang="en-IN" b="1" dirty="0">
                <a:latin typeface="HK Grotesk Bold"/>
              </a:rPr>
              <a:t>DELETE /</a:t>
            </a:r>
            <a:r>
              <a:rPr lang="en-IN" b="1" dirty="0" err="1">
                <a:latin typeface="HK Grotesk Bold"/>
              </a:rPr>
              <a:t>api</a:t>
            </a:r>
            <a:r>
              <a:rPr lang="en-IN" b="1" dirty="0">
                <a:latin typeface="HK Grotesk Bold"/>
              </a:rPr>
              <a:t>/tasks/{</a:t>
            </a:r>
            <a:r>
              <a:rPr lang="en-IN" b="1" dirty="0" err="1">
                <a:latin typeface="HK Grotesk Bold"/>
              </a:rPr>
              <a:t>taskId</a:t>
            </a:r>
            <a:r>
              <a:rPr lang="en-IN" b="1" dirty="0">
                <a:latin typeface="HK Grotesk Bold"/>
              </a:rPr>
              <a:t>}– Delete task</a:t>
            </a:r>
          </a:p>
        </p:txBody>
      </p:sp>
      <p:pic>
        <p:nvPicPr>
          <p:cNvPr id="9" name="Picture 8">
            <a:extLst>
              <a:ext uri="{FF2B5EF4-FFF2-40B4-BE49-F238E27FC236}">
                <a16:creationId xmlns:a16="http://schemas.microsoft.com/office/drawing/2014/main" id="{BDC81DBC-C38E-1322-C31F-EB097015B0D6}"/>
              </a:ext>
            </a:extLst>
          </p:cNvPr>
          <p:cNvPicPr>
            <a:picLocks noChangeAspect="1"/>
          </p:cNvPicPr>
          <p:nvPr/>
        </p:nvPicPr>
        <p:blipFill>
          <a:blip r:embed="rId3">
            <a:extLst>
              <a:ext uri="{28A0092B-C50C-407E-A947-70E740481C1C}">
                <a14:useLocalDpi xmlns:a14="http://schemas.microsoft.com/office/drawing/2010/main" val="0"/>
              </a:ext>
            </a:extLst>
          </a:blip>
          <a:srcRect r="-658" b="20966"/>
          <a:stretch>
            <a:fillRect/>
          </a:stretch>
        </p:blipFill>
        <p:spPr>
          <a:xfrm>
            <a:off x="1473200" y="1747521"/>
            <a:ext cx="9316720" cy="4114800"/>
          </a:xfrm>
          <a:prstGeom prst="rect">
            <a:avLst/>
          </a:prstGeom>
        </p:spPr>
      </p:pic>
    </p:spTree>
    <p:extLst>
      <p:ext uri="{BB962C8B-B14F-4D97-AF65-F5344CB8AC3E}">
        <p14:creationId xmlns:p14="http://schemas.microsoft.com/office/powerpoint/2010/main" val="280992392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4C36D-30D0-3664-D888-4B0789750D19}"/>
            </a:ext>
          </a:extLst>
        </p:cNvPr>
        <p:cNvGrpSpPr/>
        <p:nvPr/>
      </p:nvGrpSpPr>
      <p:grpSpPr>
        <a:xfrm>
          <a:off x="0" y="0"/>
          <a:ext cx="0" cy="0"/>
          <a:chOff x="0" y="0"/>
          <a:chExt cx="0" cy="0"/>
        </a:xfrm>
      </p:grpSpPr>
      <p:sp>
        <p:nvSpPr>
          <p:cNvPr id="29" name="Rectangle 155">
            <a:extLst>
              <a:ext uri="{FF2B5EF4-FFF2-40B4-BE49-F238E27FC236}">
                <a16:creationId xmlns:a16="http://schemas.microsoft.com/office/drawing/2014/main" id="{4FBCDB67-86B2-6BBD-874B-796035284A02}"/>
              </a:ext>
            </a:extLst>
          </p:cNvPr>
          <p:cNvSpPr/>
          <p:nvPr/>
        </p:nvSpPr>
        <p:spPr>
          <a:xfrm>
            <a:off x="609959" y="420022"/>
            <a:ext cx="10102565" cy="492443"/>
          </a:xfrm>
          <a:prstGeom prst="rect">
            <a:avLst/>
          </a:prstGeom>
        </p:spPr>
        <p:txBody>
          <a:bodyPr wrap="square" lIns="0" tIns="0" rIns="0" bIns="0">
            <a:spAutoFit/>
          </a:bodyPr>
          <a:lstStyle/>
          <a:p>
            <a:pPr>
              <a:spcBef>
                <a:spcPct val="0"/>
              </a:spcBef>
            </a:pPr>
            <a:r>
              <a:rPr lang="en-US" sz="3200" b="1" dirty="0">
                <a:solidFill>
                  <a:srgbClr val="0187CC"/>
                </a:solidFill>
                <a:latin typeface="HK Grotesk Bold"/>
              </a:rPr>
              <a:t>Database Design</a:t>
            </a:r>
          </a:p>
        </p:txBody>
      </p:sp>
      <p:pic>
        <p:nvPicPr>
          <p:cNvPr id="2" name="Picture 1" descr="Logo&#10;&#10;Description automatically generated">
            <a:extLst>
              <a:ext uri="{FF2B5EF4-FFF2-40B4-BE49-F238E27FC236}">
                <a16:creationId xmlns:a16="http://schemas.microsoft.com/office/drawing/2014/main" id="{9A5122B7-C558-CFE2-3991-AE8FDD0C7FC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8630" y="6397884"/>
            <a:ext cx="645766" cy="422937"/>
          </a:xfrm>
          <a:prstGeom prst="rect">
            <a:avLst/>
          </a:prstGeom>
        </p:spPr>
      </p:pic>
      <p:sp>
        <p:nvSpPr>
          <p:cNvPr id="3" name="TextBox 5">
            <a:extLst>
              <a:ext uri="{FF2B5EF4-FFF2-40B4-BE49-F238E27FC236}">
                <a16:creationId xmlns:a16="http://schemas.microsoft.com/office/drawing/2014/main" id="{7A1DF8F9-1168-5CDA-5EF8-0B4D3FE1D479}"/>
              </a:ext>
            </a:extLst>
          </p:cNvPr>
          <p:cNvSpPr txBox="1"/>
          <p:nvPr/>
        </p:nvSpPr>
        <p:spPr>
          <a:xfrm>
            <a:off x="4424757" y="6418579"/>
            <a:ext cx="6259403" cy="240665"/>
          </a:xfrm>
          <a:prstGeom prst="rect">
            <a:avLst/>
          </a:prstGeom>
        </p:spPr>
        <p:txBody>
          <a:bodyPr lIns="0" tIns="0" rIns="0" bIns="0" rtlCol="0" anchor="t">
            <a:spAutoFit/>
          </a:bodyPr>
          <a:lstStyle/>
          <a:p>
            <a:pPr algn="r">
              <a:lnSpc>
                <a:spcPts val="1960"/>
              </a:lnSpc>
              <a:spcBef>
                <a:spcPct val="0"/>
              </a:spcBef>
            </a:pPr>
            <a:r>
              <a:rPr lang="en-US" sz="1400" spc="140" dirty="0">
                <a:solidFill>
                  <a:srgbClr val="000000"/>
                </a:solidFill>
                <a:latin typeface="HK Grotesk Light"/>
              </a:rPr>
              <a:t>2024 - RPS Consulting all rights reserved</a:t>
            </a:r>
          </a:p>
        </p:txBody>
      </p:sp>
      <p:sp>
        <p:nvSpPr>
          <p:cNvPr id="6" name="Slide Number Placeholder 5">
            <a:extLst>
              <a:ext uri="{FF2B5EF4-FFF2-40B4-BE49-F238E27FC236}">
                <a16:creationId xmlns:a16="http://schemas.microsoft.com/office/drawing/2014/main" id="{339C9ACC-4CF1-25A8-DEBA-70002C7D9237}"/>
              </a:ext>
            </a:extLst>
          </p:cNvPr>
          <p:cNvSpPr>
            <a:spLocks noGrp="1"/>
          </p:cNvSpPr>
          <p:nvPr>
            <p:ph type="sldNum" sz="quarter" idx="12"/>
          </p:nvPr>
        </p:nvSpPr>
        <p:spPr/>
        <p:txBody>
          <a:bodyPr/>
          <a:lstStyle/>
          <a:p>
            <a:fld id="{C8F35010-364B-470B-BB6C-DCBBE63D2E54}" type="slidenum">
              <a:rPr lang="en-US" smtClean="0">
                <a:solidFill>
                  <a:schemeClr val="tx1"/>
                </a:solidFill>
              </a:rPr>
              <a:t>21</a:t>
            </a:fld>
            <a:endParaRPr lang="en-US" dirty="0">
              <a:solidFill>
                <a:schemeClr val="tx1"/>
              </a:solidFill>
            </a:endParaRPr>
          </a:p>
        </p:txBody>
      </p:sp>
      <p:sp>
        <p:nvSpPr>
          <p:cNvPr id="4" name="TextBox 3">
            <a:extLst>
              <a:ext uri="{FF2B5EF4-FFF2-40B4-BE49-F238E27FC236}">
                <a16:creationId xmlns:a16="http://schemas.microsoft.com/office/drawing/2014/main" id="{030F0219-DB56-32DF-7F6A-36EEE8728808}"/>
              </a:ext>
            </a:extLst>
          </p:cNvPr>
          <p:cNvSpPr txBox="1"/>
          <p:nvPr/>
        </p:nvSpPr>
        <p:spPr>
          <a:xfrm>
            <a:off x="674127" y="1178111"/>
            <a:ext cx="5396735" cy="3416320"/>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400" b="1" dirty="0"/>
              <a:t>Tables Used:</a:t>
            </a:r>
            <a:endParaRPr lang="en-IN" sz="2400" dirty="0"/>
          </a:p>
          <a:p>
            <a:pPr marL="342900" lvl="0" indent="-342900">
              <a:buFont typeface="Arial" panose="020B0604020202020204" pitchFamily="34" charset="0"/>
              <a:buChar char="•"/>
            </a:pPr>
            <a:r>
              <a:rPr lang="en-IN" sz="2400" dirty="0"/>
              <a:t>User</a:t>
            </a:r>
          </a:p>
          <a:p>
            <a:pPr marL="285750" lvl="0" indent="-285750">
              <a:buFont typeface="Arial" panose="020B0604020202020204" pitchFamily="34" charset="0"/>
              <a:buChar char="•"/>
            </a:pPr>
            <a:r>
              <a:rPr lang="en-IN" sz="2400" dirty="0"/>
              <a:t>Task</a:t>
            </a:r>
          </a:p>
          <a:p>
            <a:r>
              <a:rPr lang="en-IN" sz="2400" b="1" dirty="0"/>
              <a:t>Features:</a:t>
            </a:r>
            <a:endParaRPr lang="en-IN" sz="2400" dirty="0"/>
          </a:p>
          <a:p>
            <a:pPr marL="285750" lvl="0" indent="-285750">
              <a:buFont typeface="Arial" panose="020B0604020202020204" pitchFamily="34" charset="0"/>
              <a:buChar char="•"/>
            </a:pPr>
            <a:r>
              <a:rPr lang="en-IN" sz="2400" dirty="0"/>
              <a:t>One-to-many relationship (User → Tasks)</a:t>
            </a:r>
          </a:p>
          <a:p>
            <a:pPr marL="285750" lvl="0" indent="-285750">
              <a:buFont typeface="Arial" panose="020B0604020202020204" pitchFamily="34" charset="0"/>
              <a:buChar char="•"/>
            </a:pPr>
            <a:r>
              <a:rPr lang="en-IN" sz="2400" dirty="0"/>
              <a:t>Stores task title, description, due date, and status</a:t>
            </a:r>
          </a:p>
          <a:p>
            <a:pPr marL="285750" indent="-285750">
              <a:buFont typeface="Arial" panose="020B0604020202020204" pitchFamily="34" charset="0"/>
              <a:buChar char="•"/>
            </a:pPr>
            <a:r>
              <a:rPr lang="en-IN" sz="2400" dirty="0"/>
              <a:t>Uses MySQL for persistent storage</a:t>
            </a:r>
            <a:endParaRPr lang="en-US" sz="2400" dirty="0">
              <a:solidFill>
                <a:srgbClr val="0187CC"/>
              </a:solidFill>
              <a:latin typeface="HK Grotesk"/>
            </a:endParaRPr>
          </a:p>
        </p:txBody>
      </p:sp>
      <p:pic>
        <p:nvPicPr>
          <p:cNvPr id="5" name="Picture 4">
            <a:extLst>
              <a:ext uri="{FF2B5EF4-FFF2-40B4-BE49-F238E27FC236}">
                <a16:creationId xmlns:a16="http://schemas.microsoft.com/office/drawing/2014/main" id="{C4DBD0D8-E3C2-7CFC-12FF-4E3A7068079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273254" y="1133947"/>
            <a:ext cx="5218020" cy="4239332"/>
          </a:xfrm>
          <a:prstGeom prst="rect">
            <a:avLst/>
          </a:prstGeom>
        </p:spPr>
      </p:pic>
    </p:spTree>
    <p:extLst>
      <p:ext uri="{BB962C8B-B14F-4D97-AF65-F5344CB8AC3E}">
        <p14:creationId xmlns:p14="http://schemas.microsoft.com/office/powerpoint/2010/main" val="214063466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59F432-C30E-931E-E26E-FC912D43ED2E}"/>
            </a:ext>
          </a:extLst>
        </p:cNvPr>
        <p:cNvGrpSpPr/>
        <p:nvPr/>
      </p:nvGrpSpPr>
      <p:grpSpPr>
        <a:xfrm>
          <a:off x="0" y="0"/>
          <a:ext cx="0" cy="0"/>
          <a:chOff x="0" y="0"/>
          <a:chExt cx="0" cy="0"/>
        </a:xfrm>
      </p:grpSpPr>
      <p:sp>
        <p:nvSpPr>
          <p:cNvPr id="29" name="Rectangle 155">
            <a:extLst>
              <a:ext uri="{FF2B5EF4-FFF2-40B4-BE49-F238E27FC236}">
                <a16:creationId xmlns:a16="http://schemas.microsoft.com/office/drawing/2014/main" id="{8EA858CA-18D6-FC5D-884F-664B282807DC}"/>
              </a:ext>
            </a:extLst>
          </p:cNvPr>
          <p:cNvSpPr/>
          <p:nvPr/>
        </p:nvSpPr>
        <p:spPr>
          <a:xfrm>
            <a:off x="555879" y="409438"/>
            <a:ext cx="10102565" cy="553998"/>
          </a:xfrm>
          <a:prstGeom prst="rect">
            <a:avLst/>
          </a:prstGeom>
        </p:spPr>
        <p:txBody>
          <a:bodyPr wrap="square" lIns="0" tIns="0" rIns="0" bIns="0">
            <a:spAutoFit/>
          </a:bodyPr>
          <a:lstStyle/>
          <a:p>
            <a:pPr>
              <a:spcBef>
                <a:spcPct val="0"/>
              </a:spcBef>
            </a:pPr>
            <a:r>
              <a:rPr lang="en-US" sz="3600" b="1" dirty="0">
                <a:solidFill>
                  <a:srgbClr val="0187CC"/>
                </a:solidFill>
                <a:latin typeface="HK Grotesk Bold"/>
              </a:rPr>
              <a:t>Docker Implementation</a:t>
            </a:r>
          </a:p>
        </p:txBody>
      </p:sp>
      <p:pic>
        <p:nvPicPr>
          <p:cNvPr id="2" name="Picture 1" descr="Logo&#10;&#10;Description automatically generated">
            <a:extLst>
              <a:ext uri="{FF2B5EF4-FFF2-40B4-BE49-F238E27FC236}">
                <a16:creationId xmlns:a16="http://schemas.microsoft.com/office/drawing/2014/main" id="{C2A789A9-3C4D-06BD-74CE-E4F7D4B9DB3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8630" y="6397884"/>
            <a:ext cx="645766" cy="422937"/>
          </a:xfrm>
          <a:prstGeom prst="rect">
            <a:avLst/>
          </a:prstGeom>
        </p:spPr>
      </p:pic>
      <p:sp>
        <p:nvSpPr>
          <p:cNvPr id="3" name="TextBox 5">
            <a:extLst>
              <a:ext uri="{FF2B5EF4-FFF2-40B4-BE49-F238E27FC236}">
                <a16:creationId xmlns:a16="http://schemas.microsoft.com/office/drawing/2014/main" id="{BD9EC97B-ADCE-D645-2D39-9AE53993060C}"/>
              </a:ext>
            </a:extLst>
          </p:cNvPr>
          <p:cNvSpPr txBox="1"/>
          <p:nvPr/>
        </p:nvSpPr>
        <p:spPr>
          <a:xfrm>
            <a:off x="4424757" y="6418579"/>
            <a:ext cx="6259403" cy="240665"/>
          </a:xfrm>
          <a:prstGeom prst="rect">
            <a:avLst/>
          </a:prstGeom>
        </p:spPr>
        <p:txBody>
          <a:bodyPr lIns="0" tIns="0" rIns="0" bIns="0" rtlCol="0" anchor="t">
            <a:spAutoFit/>
          </a:bodyPr>
          <a:lstStyle/>
          <a:p>
            <a:pPr algn="r">
              <a:lnSpc>
                <a:spcPts val="1960"/>
              </a:lnSpc>
              <a:spcBef>
                <a:spcPct val="0"/>
              </a:spcBef>
            </a:pPr>
            <a:r>
              <a:rPr lang="en-US" sz="1400" spc="140" dirty="0">
                <a:solidFill>
                  <a:srgbClr val="000000"/>
                </a:solidFill>
                <a:latin typeface="HK Grotesk Light"/>
              </a:rPr>
              <a:t>2024 - RPS Consulting all rights reserved</a:t>
            </a:r>
          </a:p>
        </p:txBody>
      </p:sp>
      <p:sp>
        <p:nvSpPr>
          <p:cNvPr id="6" name="Slide Number Placeholder 5">
            <a:extLst>
              <a:ext uri="{FF2B5EF4-FFF2-40B4-BE49-F238E27FC236}">
                <a16:creationId xmlns:a16="http://schemas.microsoft.com/office/drawing/2014/main" id="{0E2C6AD3-BAD6-6C1C-6C07-90BD751A9A92}"/>
              </a:ext>
            </a:extLst>
          </p:cNvPr>
          <p:cNvSpPr>
            <a:spLocks noGrp="1"/>
          </p:cNvSpPr>
          <p:nvPr>
            <p:ph type="sldNum" sz="quarter" idx="12"/>
          </p:nvPr>
        </p:nvSpPr>
        <p:spPr/>
        <p:txBody>
          <a:bodyPr/>
          <a:lstStyle/>
          <a:p>
            <a:fld id="{C8F35010-364B-470B-BB6C-DCBBE63D2E54}" type="slidenum">
              <a:rPr lang="en-US" smtClean="0">
                <a:solidFill>
                  <a:schemeClr val="tx1"/>
                </a:solidFill>
              </a:rPr>
              <a:t>22</a:t>
            </a:fld>
            <a:endParaRPr lang="en-US" dirty="0">
              <a:solidFill>
                <a:schemeClr val="tx1"/>
              </a:solidFill>
            </a:endParaRPr>
          </a:p>
        </p:txBody>
      </p:sp>
      <p:sp>
        <p:nvSpPr>
          <p:cNvPr id="4" name="TextBox 3">
            <a:extLst>
              <a:ext uri="{FF2B5EF4-FFF2-40B4-BE49-F238E27FC236}">
                <a16:creationId xmlns:a16="http://schemas.microsoft.com/office/drawing/2014/main" id="{7831A12F-1ED4-4A86-BEF2-69ED71576E0A}"/>
              </a:ext>
            </a:extLst>
          </p:cNvPr>
          <p:cNvSpPr txBox="1"/>
          <p:nvPr/>
        </p:nvSpPr>
        <p:spPr>
          <a:xfrm>
            <a:off x="722254" y="1338532"/>
            <a:ext cx="7266714" cy="2246769"/>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lvl="0" indent="-285750" algn="just">
              <a:buFont typeface="Arial" panose="020B0604020202020204" pitchFamily="34" charset="0"/>
              <a:buChar char="•"/>
            </a:pPr>
            <a:r>
              <a:rPr lang="en-IN" sz="2800" dirty="0"/>
              <a:t>Created Docker file for backend</a:t>
            </a:r>
          </a:p>
          <a:p>
            <a:pPr marL="285750" lvl="0" indent="-285750" algn="just">
              <a:buFont typeface="Arial" panose="020B0604020202020204" pitchFamily="34" charset="0"/>
              <a:buChar char="•"/>
            </a:pPr>
            <a:r>
              <a:rPr lang="en-IN" sz="2800" dirty="0"/>
              <a:t>Docker image built successfully</a:t>
            </a:r>
          </a:p>
          <a:p>
            <a:pPr marL="285750" lvl="0" indent="-285750" algn="just">
              <a:buFont typeface="Arial" panose="020B0604020202020204" pitchFamily="34" charset="0"/>
              <a:buChar char="•"/>
            </a:pPr>
            <a:r>
              <a:rPr lang="en-IN" sz="2800" dirty="0"/>
              <a:t>Backend application packaged as JAR</a:t>
            </a:r>
          </a:p>
          <a:p>
            <a:pPr marL="285750" lvl="0" indent="-285750" algn="just">
              <a:buFont typeface="Arial" panose="020B0604020202020204" pitchFamily="34" charset="0"/>
              <a:buChar char="•"/>
            </a:pPr>
            <a:r>
              <a:rPr lang="en-IN" sz="2800" dirty="0"/>
              <a:t>Docker container created from image</a:t>
            </a:r>
          </a:p>
          <a:p>
            <a:pPr marL="285750" lvl="0" indent="-285750" algn="just">
              <a:buFont typeface="Arial" panose="020B0604020202020204" pitchFamily="34" charset="0"/>
              <a:buChar char="•"/>
            </a:pPr>
            <a:r>
              <a:rPr lang="en-IN" sz="2800" dirty="0"/>
              <a:t>Enables portability and consistency</a:t>
            </a:r>
          </a:p>
        </p:txBody>
      </p:sp>
    </p:spTree>
    <p:extLst>
      <p:ext uri="{BB962C8B-B14F-4D97-AF65-F5344CB8AC3E}">
        <p14:creationId xmlns:p14="http://schemas.microsoft.com/office/powerpoint/2010/main" val="40507242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4B64AE-6D07-F356-2A2B-D33BD29B037D}"/>
            </a:ext>
          </a:extLst>
        </p:cNvPr>
        <p:cNvGrpSpPr/>
        <p:nvPr/>
      </p:nvGrpSpPr>
      <p:grpSpPr>
        <a:xfrm>
          <a:off x="0" y="0"/>
          <a:ext cx="0" cy="0"/>
          <a:chOff x="0" y="0"/>
          <a:chExt cx="0" cy="0"/>
        </a:xfrm>
      </p:grpSpPr>
      <p:sp>
        <p:nvSpPr>
          <p:cNvPr id="29" name="Rectangle 155">
            <a:extLst>
              <a:ext uri="{FF2B5EF4-FFF2-40B4-BE49-F238E27FC236}">
                <a16:creationId xmlns:a16="http://schemas.microsoft.com/office/drawing/2014/main" id="{F314977C-216F-DC82-2709-F8E190DEFC43}"/>
              </a:ext>
            </a:extLst>
          </p:cNvPr>
          <p:cNvSpPr/>
          <p:nvPr/>
        </p:nvSpPr>
        <p:spPr>
          <a:xfrm>
            <a:off x="555879" y="409438"/>
            <a:ext cx="10102565" cy="553998"/>
          </a:xfrm>
          <a:prstGeom prst="rect">
            <a:avLst/>
          </a:prstGeom>
        </p:spPr>
        <p:txBody>
          <a:bodyPr wrap="square" lIns="0" tIns="0" rIns="0" bIns="0">
            <a:spAutoFit/>
          </a:bodyPr>
          <a:lstStyle/>
          <a:p>
            <a:pPr>
              <a:spcBef>
                <a:spcPct val="0"/>
              </a:spcBef>
            </a:pPr>
            <a:r>
              <a:rPr lang="en-US" sz="3600" b="1" dirty="0">
                <a:solidFill>
                  <a:srgbClr val="0187CC"/>
                </a:solidFill>
                <a:latin typeface="HK Grotesk Bold"/>
              </a:rPr>
              <a:t>Docker Implementation</a:t>
            </a:r>
          </a:p>
        </p:txBody>
      </p:sp>
      <p:pic>
        <p:nvPicPr>
          <p:cNvPr id="2" name="Picture 1" descr="Logo&#10;&#10;Description automatically generated">
            <a:extLst>
              <a:ext uri="{FF2B5EF4-FFF2-40B4-BE49-F238E27FC236}">
                <a16:creationId xmlns:a16="http://schemas.microsoft.com/office/drawing/2014/main" id="{AFCA1D36-5ADD-2264-D478-1F3DE359E53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8630" y="6397884"/>
            <a:ext cx="645766" cy="422937"/>
          </a:xfrm>
          <a:prstGeom prst="rect">
            <a:avLst/>
          </a:prstGeom>
        </p:spPr>
      </p:pic>
      <p:sp>
        <p:nvSpPr>
          <p:cNvPr id="3" name="TextBox 5">
            <a:extLst>
              <a:ext uri="{FF2B5EF4-FFF2-40B4-BE49-F238E27FC236}">
                <a16:creationId xmlns:a16="http://schemas.microsoft.com/office/drawing/2014/main" id="{849AE508-3A8B-1719-06CE-B1B1ED7DA5F1}"/>
              </a:ext>
            </a:extLst>
          </p:cNvPr>
          <p:cNvSpPr txBox="1"/>
          <p:nvPr/>
        </p:nvSpPr>
        <p:spPr>
          <a:xfrm>
            <a:off x="4424757" y="6418579"/>
            <a:ext cx="6259403" cy="240665"/>
          </a:xfrm>
          <a:prstGeom prst="rect">
            <a:avLst/>
          </a:prstGeom>
        </p:spPr>
        <p:txBody>
          <a:bodyPr lIns="0" tIns="0" rIns="0" bIns="0" rtlCol="0" anchor="t">
            <a:spAutoFit/>
          </a:bodyPr>
          <a:lstStyle/>
          <a:p>
            <a:pPr algn="r">
              <a:lnSpc>
                <a:spcPts val="1960"/>
              </a:lnSpc>
              <a:spcBef>
                <a:spcPct val="0"/>
              </a:spcBef>
            </a:pPr>
            <a:r>
              <a:rPr lang="en-US" sz="1400" spc="140" dirty="0">
                <a:solidFill>
                  <a:srgbClr val="000000"/>
                </a:solidFill>
                <a:latin typeface="HK Grotesk Light"/>
              </a:rPr>
              <a:t>2024 - RPS Consulting all rights reserved</a:t>
            </a:r>
          </a:p>
        </p:txBody>
      </p:sp>
      <p:sp>
        <p:nvSpPr>
          <p:cNvPr id="6" name="Slide Number Placeholder 5">
            <a:extLst>
              <a:ext uri="{FF2B5EF4-FFF2-40B4-BE49-F238E27FC236}">
                <a16:creationId xmlns:a16="http://schemas.microsoft.com/office/drawing/2014/main" id="{F30F0AF1-6B01-C004-3696-A39EC6437CDA}"/>
              </a:ext>
            </a:extLst>
          </p:cNvPr>
          <p:cNvSpPr>
            <a:spLocks noGrp="1"/>
          </p:cNvSpPr>
          <p:nvPr>
            <p:ph type="sldNum" sz="quarter" idx="12"/>
          </p:nvPr>
        </p:nvSpPr>
        <p:spPr/>
        <p:txBody>
          <a:bodyPr/>
          <a:lstStyle/>
          <a:p>
            <a:fld id="{C8F35010-364B-470B-BB6C-DCBBE63D2E54}" type="slidenum">
              <a:rPr lang="en-US" smtClean="0">
                <a:solidFill>
                  <a:schemeClr val="tx1"/>
                </a:solidFill>
              </a:rPr>
              <a:t>23</a:t>
            </a:fld>
            <a:endParaRPr lang="en-US" dirty="0">
              <a:solidFill>
                <a:schemeClr val="tx1"/>
              </a:solidFill>
            </a:endParaRPr>
          </a:p>
        </p:txBody>
      </p:sp>
      <p:pic>
        <p:nvPicPr>
          <p:cNvPr id="7" name="Picture 6">
            <a:extLst>
              <a:ext uri="{FF2B5EF4-FFF2-40B4-BE49-F238E27FC236}">
                <a16:creationId xmlns:a16="http://schemas.microsoft.com/office/drawing/2014/main" id="{5E05A91A-4D11-5317-CF1E-AC12D00CC38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17040" y="1239520"/>
            <a:ext cx="8321040" cy="4419600"/>
          </a:xfrm>
          <a:prstGeom prst="rect">
            <a:avLst/>
          </a:prstGeom>
        </p:spPr>
      </p:pic>
    </p:spTree>
    <p:extLst>
      <p:ext uri="{BB962C8B-B14F-4D97-AF65-F5344CB8AC3E}">
        <p14:creationId xmlns:p14="http://schemas.microsoft.com/office/powerpoint/2010/main" val="156931080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24A8D4-A8A9-CFD5-228F-9B9D20912282}"/>
            </a:ext>
          </a:extLst>
        </p:cNvPr>
        <p:cNvGrpSpPr/>
        <p:nvPr/>
      </p:nvGrpSpPr>
      <p:grpSpPr>
        <a:xfrm>
          <a:off x="0" y="0"/>
          <a:ext cx="0" cy="0"/>
          <a:chOff x="0" y="0"/>
          <a:chExt cx="0" cy="0"/>
        </a:xfrm>
      </p:grpSpPr>
      <p:sp>
        <p:nvSpPr>
          <p:cNvPr id="29" name="Rectangle 155">
            <a:extLst>
              <a:ext uri="{FF2B5EF4-FFF2-40B4-BE49-F238E27FC236}">
                <a16:creationId xmlns:a16="http://schemas.microsoft.com/office/drawing/2014/main" id="{C0FBBD94-343B-69FE-78F0-3F17E9A22B8B}"/>
              </a:ext>
            </a:extLst>
          </p:cNvPr>
          <p:cNvSpPr/>
          <p:nvPr/>
        </p:nvSpPr>
        <p:spPr>
          <a:xfrm>
            <a:off x="555879" y="409438"/>
            <a:ext cx="10102565" cy="553998"/>
          </a:xfrm>
          <a:prstGeom prst="rect">
            <a:avLst/>
          </a:prstGeom>
        </p:spPr>
        <p:txBody>
          <a:bodyPr wrap="square" lIns="0" tIns="0" rIns="0" bIns="0">
            <a:spAutoFit/>
          </a:bodyPr>
          <a:lstStyle/>
          <a:p>
            <a:pPr>
              <a:spcBef>
                <a:spcPct val="0"/>
              </a:spcBef>
            </a:pPr>
            <a:r>
              <a:rPr lang="en-US" sz="3600" b="1" dirty="0">
                <a:solidFill>
                  <a:srgbClr val="0187CC"/>
                </a:solidFill>
                <a:latin typeface="HK Grotesk Bold"/>
              </a:rPr>
              <a:t>Docker Implementation</a:t>
            </a:r>
          </a:p>
        </p:txBody>
      </p:sp>
      <p:pic>
        <p:nvPicPr>
          <p:cNvPr id="2" name="Picture 1" descr="Logo&#10;&#10;Description automatically generated">
            <a:extLst>
              <a:ext uri="{FF2B5EF4-FFF2-40B4-BE49-F238E27FC236}">
                <a16:creationId xmlns:a16="http://schemas.microsoft.com/office/drawing/2014/main" id="{FD34A5DB-2105-2080-7CE3-E0292FA73CF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8630" y="6397884"/>
            <a:ext cx="645766" cy="422937"/>
          </a:xfrm>
          <a:prstGeom prst="rect">
            <a:avLst/>
          </a:prstGeom>
        </p:spPr>
      </p:pic>
      <p:sp>
        <p:nvSpPr>
          <p:cNvPr id="3" name="TextBox 5">
            <a:extLst>
              <a:ext uri="{FF2B5EF4-FFF2-40B4-BE49-F238E27FC236}">
                <a16:creationId xmlns:a16="http://schemas.microsoft.com/office/drawing/2014/main" id="{56132572-F76F-BF40-0100-8594C30051BC}"/>
              </a:ext>
            </a:extLst>
          </p:cNvPr>
          <p:cNvSpPr txBox="1"/>
          <p:nvPr/>
        </p:nvSpPr>
        <p:spPr>
          <a:xfrm>
            <a:off x="4424757" y="6418579"/>
            <a:ext cx="6259403" cy="240665"/>
          </a:xfrm>
          <a:prstGeom prst="rect">
            <a:avLst/>
          </a:prstGeom>
        </p:spPr>
        <p:txBody>
          <a:bodyPr lIns="0" tIns="0" rIns="0" bIns="0" rtlCol="0" anchor="t">
            <a:spAutoFit/>
          </a:bodyPr>
          <a:lstStyle/>
          <a:p>
            <a:pPr algn="r">
              <a:lnSpc>
                <a:spcPts val="1960"/>
              </a:lnSpc>
              <a:spcBef>
                <a:spcPct val="0"/>
              </a:spcBef>
            </a:pPr>
            <a:r>
              <a:rPr lang="en-US" sz="1400" spc="140" dirty="0">
                <a:solidFill>
                  <a:srgbClr val="000000"/>
                </a:solidFill>
                <a:latin typeface="HK Grotesk Light"/>
              </a:rPr>
              <a:t>2024 - RPS Consulting all rights reserved</a:t>
            </a:r>
          </a:p>
        </p:txBody>
      </p:sp>
      <p:sp>
        <p:nvSpPr>
          <p:cNvPr id="6" name="Slide Number Placeholder 5">
            <a:extLst>
              <a:ext uri="{FF2B5EF4-FFF2-40B4-BE49-F238E27FC236}">
                <a16:creationId xmlns:a16="http://schemas.microsoft.com/office/drawing/2014/main" id="{26C6F8AA-FD82-ECD8-48F6-19BA0E618E8B}"/>
              </a:ext>
            </a:extLst>
          </p:cNvPr>
          <p:cNvSpPr>
            <a:spLocks noGrp="1"/>
          </p:cNvSpPr>
          <p:nvPr>
            <p:ph type="sldNum" sz="quarter" idx="12"/>
          </p:nvPr>
        </p:nvSpPr>
        <p:spPr/>
        <p:txBody>
          <a:bodyPr/>
          <a:lstStyle/>
          <a:p>
            <a:fld id="{C8F35010-364B-470B-BB6C-DCBBE63D2E54}" type="slidenum">
              <a:rPr lang="en-US" smtClean="0">
                <a:solidFill>
                  <a:schemeClr val="tx1"/>
                </a:solidFill>
              </a:rPr>
              <a:t>24</a:t>
            </a:fld>
            <a:endParaRPr lang="en-US" dirty="0">
              <a:solidFill>
                <a:schemeClr val="tx1"/>
              </a:solidFill>
            </a:endParaRPr>
          </a:p>
        </p:txBody>
      </p:sp>
      <p:pic>
        <p:nvPicPr>
          <p:cNvPr id="7" name="Picture 6">
            <a:extLst>
              <a:ext uri="{FF2B5EF4-FFF2-40B4-BE49-F238E27FC236}">
                <a16:creationId xmlns:a16="http://schemas.microsoft.com/office/drawing/2014/main" id="{85834DE5-BE84-9BC3-B83F-0F782C68361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6000" y="1280160"/>
            <a:ext cx="9875520" cy="4827270"/>
          </a:xfrm>
          <a:prstGeom prst="rect">
            <a:avLst/>
          </a:prstGeom>
        </p:spPr>
      </p:pic>
    </p:spTree>
    <p:extLst>
      <p:ext uri="{BB962C8B-B14F-4D97-AF65-F5344CB8AC3E}">
        <p14:creationId xmlns:p14="http://schemas.microsoft.com/office/powerpoint/2010/main" val="415918217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8FDD0C-1914-5AEC-ECC9-89901772333B}"/>
            </a:ext>
          </a:extLst>
        </p:cNvPr>
        <p:cNvGrpSpPr/>
        <p:nvPr/>
      </p:nvGrpSpPr>
      <p:grpSpPr>
        <a:xfrm>
          <a:off x="0" y="0"/>
          <a:ext cx="0" cy="0"/>
          <a:chOff x="0" y="0"/>
          <a:chExt cx="0" cy="0"/>
        </a:xfrm>
      </p:grpSpPr>
      <p:sp>
        <p:nvSpPr>
          <p:cNvPr id="29" name="Rectangle 155">
            <a:extLst>
              <a:ext uri="{FF2B5EF4-FFF2-40B4-BE49-F238E27FC236}">
                <a16:creationId xmlns:a16="http://schemas.microsoft.com/office/drawing/2014/main" id="{EF72A342-04B5-DD8B-0560-64FFAE229DFE}"/>
              </a:ext>
            </a:extLst>
          </p:cNvPr>
          <p:cNvSpPr/>
          <p:nvPr/>
        </p:nvSpPr>
        <p:spPr>
          <a:xfrm>
            <a:off x="555879" y="409438"/>
            <a:ext cx="10102565" cy="553998"/>
          </a:xfrm>
          <a:prstGeom prst="rect">
            <a:avLst/>
          </a:prstGeom>
        </p:spPr>
        <p:txBody>
          <a:bodyPr wrap="square" lIns="0" tIns="0" rIns="0" bIns="0">
            <a:spAutoFit/>
          </a:bodyPr>
          <a:lstStyle/>
          <a:p>
            <a:pPr>
              <a:spcBef>
                <a:spcPct val="0"/>
              </a:spcBef>
            </a:pPr>
            <a:r>
              <a:rPr lang="en-US" sz="3600" b="1" dirty="0">
                <a:solidFill>
                  <a:srgbClr val="0187CC"/>
                </a:solidFill>
                <a:latin typeface="HK Grotesk Bold"/>
              </a:rPr>
              <a:t>Docker Implementation</a:t>
            </a:r>
          </a:p>
        </p:txBody>
      </p:sp>
      <p:pic>
        <p:nvPicPr>
          <p:cNvPr id="2" name="Picture 1" descr="Logo&#10;&#10;Description automatically generated">
            <a:extLst>
              <a:ext uri="{FF2B5EF4-FFF2-40B4-BE49-F238E27FC236}">
                <a16:creationId xmlns:a16="http://schemas.microsoft.com/office/drawing/2014/main" id="{F827FCC1-719A-8F5C-F19E-C57B0642B97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8630" y="6397884"/>
            <a:ext cx="645766" cy="422937"/>
          </a:xfrm>
          <a:prstGeom prst="rect">
            <a:avLst/>
          </a:prstGeom>
        </p:spPr>
      </p:pic>
      <p:sp>
        <p:nvSpPr>
          <p:cNvPr id="3" name="TextBox 5">
            <a:extLst>
              <a:ext uri="{FF2B5EF4-FFF2-40B4-BE49-F238E27FC236}">
                <a16:creationId xmlns:a16="http://schemas.microsoft.com/office/drawing/2014/main" id="{FCFEFAD2-7BDB-9A15-E03E-70265325738F}"/>
              </a:ext>
            </a:extLst>
          </p:cNvPr>
          <p:cNvSpPr txBox="1"/>
          <p:nvPr/>
        </p:nvSpPr>
        <p:spPr>
          <a:xfrm>
            <a:off x="4424757" y="6418579"/>
            <a:ext cx="6259403" cy="240665"/>
          </a:xfrm>
          <a:prstGeom prst="rect">
            <a:avLst/>
          </a:prstGeom>
        </p:spPr>
        <p:txBody>
          <a:bodyPr lIns="0" tIns="0" rIns="0" bIns="0" rtlCol="0" anchor="t">
            <a:spAutoFit/>
          </a:bodyPr>
          <a:lstStyle/>
          <a:p>
            <a:pPr algn="r">
              <a:lnSpc>
                <a:spcPts val="1960"/>
              </a:lnSpc>
              <a:spcBef>
                <a:spcPct val="0"/>
              </a:spcBef>
            </a:pPr>
            <a:r>
              <a:rPr lang="en-US" sz="1400" spc="140" dirty="0">
                <a:solidFill>
                  <a:srgbClr val="000000"/>
                </a:solidFill>
                <a:latin typeface="HK Grotesk Light"/>
              </a:rPr>
              <a:t>2024 - RPS Consulting all rights reserved</a:t>
            </a:r>
          </a:p>
        </p:txBody>
      </p:sp>
      <p:sp>
        <p:nvSpPr>
          <p:cNvPr id="6" name="Slide Number Placeholder 5">
            <a:extLst>
              <a:ext uri="{FF2B5EF4-FFF2-40B4-BE49-F238E27FC236}">
                <a16:creationId xmlns:a16="http://schemas.microsoft.com/office/drawing/2014/main" id="{6E343F16-FB1B-60DB-1E3F-17D67B0C04AD}"/>
              </a:ext>
            </a:extLst>
          </p:cNvPr>
          <p:cNvSpPr>
            <a:spLocks noGrp="1"/>
          </p:cNvSpPr>
          <p:nvPr>
            <p:ph type="sldNum" sz="quarter" idx="12"/>
          </p:nvPr>
        </p:nvSpPr>
        <p:spPr/>
        <p:txBody>
          <a:bodyPr/>
          <a:lstStyle/>
          <a:p>
            <a:fld id="{C8F35010-364B-470B-BB6C-DCBBE63D2E54}" type="slidenum">
              <a:rPr lang="en-US" smtClean="0">
                <a:solidFill>
                  <a:schemeClr val="tx1"/>
                </a:solidFill>
              </a:rPr>
              <a:t>25</a:t>
            </a:fld>
            <a:endParaRPr lang="en-US" dirty="0">
              <a:solidFill>
                <a:schemeClr val="tx1"/>
              </a:solidFill>
            </a:endParaRPr>
          </a:p>
        </p:txBody>
      </p:sp>
      <p:pic>
        <p:nvPicPr>
          <p:cNvPr id="7" name="Picture 6">
            <a:extLst>
              <a:ext uri="{FF2B5EF4-FFF2-40B4-BE49-F238E27FC236}">
                <a16:creationId xmlns:a16="http://schemas.microsoft.com/office/drawing/2014/main" id="{AFACDC15-8116-E211-CEA4-DAE214F1142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12800" y="1168400"/>
            <a:ext cx="10383520" cy="5091430"/>
          </a:xfrm>
          <a:prstGeom prst="rect">
            <a:avLst/>
          </a:prstGeom>
        </p:spPr>
      </p:pic>
    </p:spTree>
    <p:extLst>
      <p:ext uri="{BB962C8B-B14F-4D97-AF65-F5344CB8AC3E}">
        <p14:creationId xmlns:p14="http://schemas.microsoft.com/office/powerpoint/2010/main" val="55346946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EB965F-71A2-8E42-893D-CD3F0208EB80}"/>
            </a:ext>
          </a:extLst>
        </p:cNvPr>
        <p:cNvGrpSpPr/>
        <p:nvPr/>
      </p:nvGrpSpPr>
      <p:grpSpPr>
        <a:xfrm>
          <a:off x="0" y="0"/>
          <a:ext cx="0" cy="0"/>
          <a:chOff x="0" y="0"/>
          <a:chExt cx="0" cy="0"/>
        </a:xfrm>
      </p:grpSpPr>
      <p:sp>
        <p:nvSpPr>
          <p:cNvPr id="29" name="Rectangle 155">
            <a:extLst>
              <a:ext uri="{FF2B5EF4-FFF2-40B4-BE49-F238E27FC236}">
                <a16:creationId xmlns:a16="http://schemas.microsoft.com/office/drawing/2014/main" id="{DB8B84C1-F411-8262-B5E0-92F6D21A0DCE}"/>
              </a:ext>
            </a:extLst>
          </p:cNvPr>
          <p:cNvSpPr/>
          <p:nvPr/>
        </p:nvSpPr>
        <p:spPr>
          <a:xfrm>
            <a:off x="674128" y="532317"/>
            <a:ext cx="10102565" cy="492443"/>
          </a:xfrm>
          <a:prstGeom prst="rect">
            <a:avLst/>
          </a:prstGeom>
        </p:spPr>
        <p:txBody>
          <a:bodyPr wrap="square" lIns="0" tIns="0" rIns="0" bIns="0">
            <a:spAutoFit/>
          </a:bodyPr>
          <a:lstStyle/>
          <a:p>
            <a:pPr>
              <a:spcBef>
                <a:spcPct val="0"/>
              </a:spcBef>
            </a:pPr>
            <a:r>
              <a:rPr lang="en-US" sz="3200" b="1" dirty="0">
                <a:solidFill>
                  <a:srgbClr val="0187CC"/>
                </a:solidFill>
                <a:latin typeface="HK Grotesk Bold"/>
              </a:rPr>
              <a:t>Azure </a:t>
            </a:r>
            <a:r>
              <a:rPr lang="en-US" sz="3200" b="1" dirty="0" err="1">
                <a:solidFill>
                  <a:srgbClr val="0187CC"/>
                </a:solidFill>
                <a:latin typeface="HK Grotesk Bold"/>
              </a:rPr>
              <a:t>Deployement</a:t>
            </a:r>
            <a:endParaRPr lang="en-US" sz="3200" b="1" dirty="0">
              <a:solidFill>
                <a:srgbClr val="0187CC"/>
              </a:solidFill>
              <a:latin typeface="HK Grotesk Bold"/>
            </a:endParaRPr>
          </a:p>
        </p:txBody>
      </p:sp>
      <p:pic>
        <p:nvPicPr>
          <p:cNvPr id="2" name="Picture 1" descr="Logo&#10;&#10;Description automatically generated">
            <a:extLst>
              <a:ext uri="{FF2B5EF4-FFF2-40B4-BE49-F238E27FC236}">
                <a16:creationId xmlns:a16="http://schemas.microsoft.com/office/drawing/2014/main" id="{82D95B27-50A2-64BE-6E4A-5AEA9BD1577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8630" y="6397884"/>
            <a:ext cx="645766" cy="422937"/>
          </a:xfrm>
          <a:prstGeom prst="rect">
            <a:avLst/>
          </a:prstGeom>
        </p:spPr>
      </p:pic>
      <p:sp>
        <p:nvSpPr>
          <p:cNvPr id="3" name="TextBox 5">
            <a:extLst>
              <a:ext uri="{FF2B5EF4-FFF2-40B4-BE49-F238E27FC236}">
                <a16:creationId xmlns:a16="http://schemas.microsoft.com/office/drawing/2014/main" id="{966A5C1B-1952-CAB9-56C4-C25B64EBC205}"/>
              </a:ext>
            </a:extLst>
          </p:cNvPr>
          <p:cNvSpPr txBox="1"/>
          <p:nvPr/>
        </p:nvSpPr>
        <p:spPr>
          <a:xfrm>
            <a:off x="4424757" y="6418579"/>
            <a:ext cx="6259403" cy="240665"/>
          </a:xfrm>
          <a:prstGeom prst="rect">
            <a:avLst/>
          </a:prstGeom>
        </p:spPr>
        <p:txBody>
          <a:bodyPr lIns="0" tIns="0" rIns="0" bIns="0" rtlCol="0" anchor="t">
            <a:spAutoFit/>
          </a:bodyPr>
          <a:lstStyle/>
          <a:p>
            <a:pPr algn="r">
              <a:lnSpc>
                <a:spcPts val="1960"/>
              </a:lnSpc>
              <a:spcBef>
                <a:spcPct val="0"/>
              </a:spcBef>
            </a:pPr>
            <a:r>
              <a:rPr lang="en-US" sz="1400" spc="140" dirty="0">
                <a:solidFill>
                  <a:srgbClr val="000000"/>
                </a:solidFill>
                <a:latin typeface="HK Grotesk Light"/>
              </a:rPr>
              <a:t>2024 - RPS Consulting all rights reserved</a:t>
            </a:r>
          </a:p>
        </p:txBody>
      </p:sp>
      <p:sp>
        <p:nvSpPr>
          <p:cNvPr id="6" name="Slide Number Placeholder 5">
            <a:extLst>
              <a:ext uri="{FF2B5EF4-FFF2-40B4-BE49-F238E27FC236}">
                <a16:creationId xmlns:a16="http://schemas.microsoft.com/office/drawing/2014/main" id="{CBA7492B-6AB1-0F72-4A3D-4E72CBAC4A65}"/>
              </a:ext>
            </a:extLst>
          </p:cNvPr>
          <p:cNvSpPr>
            <a:spLocks noGrp="1"/>
          </p:cNvSpPr>
          <p:nvPr>
            <p:ph type="sldNum" sz="quarter" idx="12"/>
          </p:nvPr>
        </p:nvSpPr>
        <p:spPr/>
        <p:txBody>
          <a:bodyPr/>
          <a:lstStyle/>
          <a:p>
            <a:fld id="{C8F35010-364B-470B-BB6C-DCBBE63D2E54}" type="slidenum">
              <a:rPr lang="en-US" smtClean="0">
                <a:solidFill>
                  <a:schemeClr val="tx1"/>
                </a:solidFill>
              </a:rPr>
              <a:t>26</a:t>
            </a:fld>
            <a:endParaRPr lang="en-US" dirty="0">
              <a:solidFill>
                <a:schemeClr val="tx1"/>
              </a:solidFill>
            </a:endParaRPr>
          </a:p>
        </p:txBody>
      </p:sp>
      <p:sp>
        <p:nvSpPr>
          <p:cNvPr id="4" name="TextBox 3">
            <a:extLst>
              <a:ext uri="{FF2B5EF4-FFF2-40B4-BE49-F238E27FC236}">
                <a16:creationId xmlns:a16="http://schemas.microsoft.com/office/drawing/2014/main" id="{C08A777D-4F97-5E92-F73F-EEF311EC974E}"/>
              </a:ext>
            </a:extLst>
          </p:cNvPr>
          <p:cNvSpPr txBox="1"/>
          <p:nvPr/>
        </p:nvSpPr>
        <p:spPr>
          <a:xfrm>
            <a:off x="7874000" y="1489862"/>
            <a:ext cx="3566159" cy="3046988"/>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lvl="0" indent="-342900">
              <a:buFont typeface="Arial" panose="020B0604020202020204" pitchFamily="34" charset="0"/>
              <a:buChar char="•"/>
            </a:pPr>
            <a:r>
              <a:rPr lang="en-IN" sz="2400" dirty="0">
                <a:latin typeface="Times New Roman" panose="02020603050405020304" pitchFamily="18" charset="0"/>
                <a:cs typeface="Times New Roman" panose="02020603050405020304" pitchFamily="18" charset="0"/>
              </a:rPr>
              <a:t>Docker image pushed to Azure</a:t>
            </a:r>
          </a:p>
          <a:p>
            <a:pPr marL="342900" lvl="0" indent="-342900">
              <a:buFont typeface="Arial" panose="020B0604020202020204" pitchFamily="34" charset="0"/>
              <a:buChar char="•"/>
            </a:pPr>
            <a:r>
              <a:rPr lang="en-IN" sz="2400" dirty="0">
                <a:latin typeface="Times New Roman" panose="02020603050405020304" pitchFamily="18" charset="0"/>
                <a:cs typeface="Times New Roman" panose="02020603050405020304" pitchFamily="18" charset="0"/>
              </a:rPr>
              <a:t>Azure Container Instance created</a:t>
            </a:r>
          </a:p>
          <a:p>
            <a:pPr marL="342900" lvl="0" indent="-342900">
              <a:buFont typeface="Arial" panose="020B0604020202020204" pitchFamily="34" charset="0"/>
              <a:buChar char="•"/>
            </a:pPr>
            <a:r>
              <a:rPr lang="en-IN" sz="2400" dirty="0">
                <a:latin typeface="Times New Roman" panose="02020603050405020304" pitchFamily="18" charset="0"/>
                <a:cs typeface="Times New Roman" panose="02020603050405020304" pitchFamily="18" charset="0"/>
              </a:rPr>
              <a:t>Backend deployed on Azure</a:t>
            </a:r>
          </a:p>
          <a:p>
            <a:pPr marL="342900" lvl="0" indent="-342900">
              <a:buFont typeface="Arial" panose="020B0604020202020204" pitchFamily="34" charset="0"/>
              <a:buChar char="•"/>
            </a:pPr>
            <a:r>
              <a:rPr lang="en-IN" sz="2400" dirty="0">
                <a:latin typeface="Times New Roman" panose="02020603050405020304" pitchFamily="18" charset="0"/>
                <a:cs typeface="Times New Roman" panose="02020603050405020304" pitchFamily="18" charset="0"/>
              </a:rPr>
              <a:t>Application accessible via public endpoint</a:t>
            </a:r>
          </a:p>
        </p:txBody>
      </p:sp>
      <p:pic>
        <p:nvPicPr>
          <p:cNvPr id="7" name="Picture 6">
            <a:extLst>
              <a:ext uri="{FF2B5EF4-FFF2-40B4-BE49-F238E27FC236}">
                <a16:creationId xmlns:a16="http://schemas.microsoft.com/office/drawing/2014/main" id="{EBCE57B1-9B88-BFA7-0676-F2A7EA7C0F9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67360" y="1412241"/>
            <a:ext cx="7315200" cy="4114800"/>
          </a:xfrm>
          <a:prstGeom prst="rect">
            <a:avLst/>
          </a:prstGeom>
        </p:spPr>
      </p:pic>
    </p:spTree>
    <p:extLst>
      <p:ext uri="{BB962C8B-B14F-4D97-AF65-F5344CB8AC3E}">
        <p14:creationId xmlns:p14="http://schemas.microsoft.com/office/powerpoint/2010/main" val="122627292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5742DE-9B2A-9984-42C5-D54432EA4993}"/>
            </a:ext>
          </a:extLst>
        </p:cNvPr>
        <p:cNvGrpSpPr/>
        <p:nvPr/>
      </p:nvGrpSpPr>
      <p:grpSpPr>
        <a:xfrm>
          <a:off x="0" y="0"/>
          <a:ext cx="0" cy="0"/>
          <a:chOff x="0" y="0"/>
          <a:chExt cx="0" cy="0"/>
        </a:xfrm>
      </p:grpSpPr>
      <p:sp>
        <p:nvSpPr>
          <p:cNvPr id="29" name="Rectangle 155">
            <a:extLst>
              <a:ext uri="{FF2B5EF4-FFF2-40B4-BE49-F238E27FC236}">
                <a16:creationId xmlns:a16="http://schemas.microsoft.com/office/drawing/2014/main" id="{0CD3BFB3-63E0-F31C-3CE4-7511CA057A3C}"/>
              </a:ext>
            </a:extLst>
          </p:cNvPr>
          <p:cNvSpPr/>
          <p:nvPr/>
        </p:nvSpPr>
        <p:spPr>
          <a:xfrm>
            <a:off x="674128" y="532317"/>
            <a:ext cx="10102565" cy="492443"/>
          </a:xfrm>
          <a:prstGeom prst="rect">
            <a:avLst/>
          </a:prstGeom>
        </p:spPr>
        <p:txBody>
          <a:bodyPr wrap="square" lIns="0" tIns="0" rIns="0" bIns="0">
            <a:spAutoFit/>
          </a:bodyPr>
          <a:lstStyle/>
          <a:p>
            <a:pPr>
              <a:spcBef>
                <a:spcPct val="0"/>
              </a:spcBef>
            </a:pPr>
            <a:r>
              <a:rPr lang="en-US" sz="3200" b="1" dirty="0">
                <a:solidFill>
                  <a:srgbClr val="0187CC"/>
                </a:solidFill>
                <a:latin typeface="HK Grotesk Bold"/>
              </a:rPr>
              <a:t>Azure </a:t>
            </a:r>
            <a:r>
              <a:rPr lang="en-US" sz="3200" b="1" dirty="0" err="1">
                <a:solidFill>
                  <a:srgbClr val="0187CC"/>
                </a:solidFill>
                <a:latin typeface="HK Grotesk Bold"/>
              </a:rPr>
              <a:t>Deployement</a:t>
            </a:r>
            <a:endParaRPr lang="en-US" sz="3200" b="1" dirty="0">
              <a:solidFill>
                <a:srgbClr val="0187CC"/>
              </a:solidFill>
              <a:latin typeface="HK Grotesk Bold"/>
            </a:endParaRPr>
          </a:p>
        </p:txBody>
      </p:sp>
      <p:pic>
        <p:nvPicPr>
          <p:cNvPr id="2" name="Picture 1" descr="Logo&#10;&#10;Description automatically generated">
            <a:extLst>
              <a:ext uri="{FF2B5EF4-FFF2-40B4-BE49-F238E27FC236}">
                <a16:creationId xmlns:a16="http://schemas.microsoft.com/office/drawing/2014/main" id="{3CA5459F-7764-83CC-B05D-ED96B1A556B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8630" y="6397884"/>
            <a:ext cx="645766" cy="422937"/>
          </a:xfrm>
          <a:prstGeom prst="rect">
            <a:avLst/>
          </a:prstGeom>
        </p:spPr>
      </p:pic>
      <p:sp>
        <p:nvSpPr>
          <p:cNvPr id="3" name="TextBox 5">
            <a:extLst>
              <a:ext uri="{FF2B5EF4-FFF2-40B4-BE49-F238E27FC236}">
                <a16:creationId xmlns:a16="http://schemas.microsoft.com/office/drawing/2014/main" id="{1BAAC929-65CE-36AD-584D-E25F796531E2}"/>
              </a:ext>
            </a:extLst>
          </p:cNvPr>
          <p:cNvSpPr txBox="1"/>
          <p:nvPr/>
        </p:nvSpPr>
        <p:spPr>
          <a:xfrm>
            <a:off x="4424757" y="6418579"/>
            <a:ext cx="6259403" cy="240665"/>
          </a:xfrm>
          <a:prstGeom prst="rect">
            <a:avLst/>
          </a:prstGeom>
        </p:spPr>
        <p:txBody>
          <a:bodyPr lIns="0" tIns="0" rIns="0" bIns="0" rtlCol="0" anchor="t">
            <a:spAutoFit/>
          </a:bodyPr>
          <a:lstStyle/>
          <a:p>
            <a:pPr algn="r">
              <a:lnSpc>
                <a:spcPts val="1960"/>
              </a:lnSpc>
              <a:spcBef>
                <a:spcPct val="0"/>
              </a:spcBef>
            </a:pPr>
            <a:r>
              <a:rPr lang="en-US" sz="1400" spc="140" dirty="0">
                <a:solidFill>
                  <a:srgbClr val="000000"/>
                </a:solidFill>
                <a:latin typeface="HK Grotesk Light"/>
              </a:rPr>
              <a:t>2024 - RPS Consulting all rights reserved</a:t>
            </a:r>
          </a:p>
        </p:txBody>
      </p:sp>
      <p:sp>
        <p:nvSpPr>
          <p:cNvPr id="6" name="Slide Number Placeholder 5">
            <a:extLst>
              <a:ext uri="{FF2B5EF4-FFF2-40B4-BE49-F238E27FC236}">
                <a16:creationId xmlns:a16="http://schemas.microsoft.com/office/drawing/2014/main" id="{D5E7F977-FA2B-5383-7BBF-D9CDD74F82A4}"/>
              </a:ext>
            </a:extLst>
          </p:cNvPr>
          <p:cNvSpPr>
            <a:spLocks noGrp="1"/>
          </p:cNvSpPr>
          <p:nvPr>
            <p:ph type="sldNum" sz="quarter" idx="12"/>
          </p:nvPr>
        </p:nvSpPr>
        <p:spPr/>
        <p:txBody>
          <a:bodyPr/>
          <a:lstStyle/>
          <a:p>
            <a:fld id="{C8F35010-364B-470B-BB6C-DCBBE63D2E54}" type="slidenum">
              <a:rPr lang="en-US" smtClean="0">
                <a:solidFill>
                  <a:schemeClr val="tx1"/>
                </a:solidFill>
              </a:rPr>
              <a:t>27</a:t>
            </a:fld>
            <a:endParaRPr lang="en-US" dirty="0">
              <a:solidFill>
                <a:schemeClr val="tx1"/>
              </a:solidFill>
            </a:endParaRPr>
          </a:p>
        </p:txBody>
      </p:sp>
      <p:pic>
        <p:nvPicPr>
          <p:cNvPr id="8" name="Picture 7">
            <a:extLst>
              <a:ext uri="{FF2B5EF4-FFF2-40B4-BE49-F238E27FC236}">
                <a16:creationId xmlns:a16="http://schemas.microsoft.com/office/drawing/2014/main" id="{6B01D070-3ED6-CE47-FB86-2733B1E4383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249680" y="1249680"/>
            <a:ext cx="8930640" cy="5023485"/>
          </a:xfrm>
          <a:prstGeom prst="rect">
            <a:avLst/>
          </a:prstGeom>
        </p:spPr>
      </p:pic>
    </p:spTree>
    <p:extLst>
      <p:ext uri="{BB962C8B-B14F-4D97-AF65-F5344CB8AC3E}">
        <p14:creationId xmlns:p14="http://schemas.microsoft.com/office/powerpoint/2010/main" val="368219644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580C90-D14A-1C2A-F08E-3A4D3A8D6481}"/>
            </a:ext>
          </a:extLst>
        </p:cNvPr>
        <p:cNvGrpSpPr/>
        <p:nvPr/>
      </p:nvGrpSpPr>
      <p:grpSpPr>
        <a:xfrm>
          <a:off x="0" y="0"/>
          <a:ext cx="0" cy="0"/>
          <a:chOff x="0" y="0"/>
          <a:chExt cx="0" cy="0"/>
        </a:xfrm>
      </p:grpSpPr>
      <p:sp>
        <p:nvSpPr>
          <p:cNvPr id="29" name="Rectangle 155">
            <a:extLst>
              <a:ext uri="{FF2B5EF4-FFF2-40B4-BE49-F238E27FC236}">
                <a16:creationId xmlns:a16="http://schemas.microsoft.com/office/drawing/2014/main" id="{202550FD-5787-91C8-698F-70B3F190B5DE}"/>
              </a:ext>
            </a:extLst>
          </p:cNvPr>
          <p:cNvSpPr/>
          <p:nvPr/>
        </p:nvSpPr>
        <p:spPr>
          <a:xfrm>
            <a:off x="674127" y="436064"/>
            <a:ext cx="10102565" cy="492443"/>
          </a:xfrm>
          <a:prstGeom prst="rect">
            <a:avLst/>
          </a:prstGeom>
        </p:spPr>
        <p:txBody>
          <a:bodyPr wrap="square" lIns="0" tIns="0" rIns="0" bIns="0">
            <a:spAutoFit/>
          </a:bodyPr>
          <a:lstStyle/>
          <a:p>
            <a:pPr>
              <a:spcBef>
                <a:spcPct val="0"/>
              </a:spcBef>
            </a:pPr>
            <a:r>
              <a:rPr lang="en-US" sz="3200" b="1" dirty="0">
                <a:solidFill>
                  <a:srgbClr val="0187CC"/>
                </a:solidFill>
                <a:latin typeface="HK Grotesk Bold"/>
              </a:rPr>
              <a:t>Source Code Management</a:t>
            </a:r>
          </a:p>
        </p:txBody>
      </p:sp>
      <p:pic>
        <p:nvPicPr>
          <p:cNvPr id="2" name="Picture 1" descr="Logo&#10;&#10;Description automatically generated">
            <a:extLst>
              <a:ext uri="{FF2B5EF4-FFF2-40B4-BE49-F238E27FC236}">
                <a16:creationId xmlns:a16="http://schemas.microsoft.com/office/drawing/2014/main" id="{C4F8CD9D-6B54-B316-3BB6-8045F3094F5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8630" y="6397884"/>
            <a:ext cx="645766" cy="422937"/>
          </a:xfrm>
          <a:prstGeom prst="rect">
            <a:avLst/>
          </a:prstGeom>
        </p:spPr>
      </p:pic>
      <p:sp>
        <p:nvSpPr>
          <p:cNvPr id="3" name="TextBox 5">
            <a:extLst>
              <a:ext uri="{FF2B5EF4-FFF2-40B4-BE49-F238E27FC236}">
                <a16:creationId xmlns:a16="http://schemas.microsoft.com/office/drawing/2014/main" id="{6009F994-1235-AAE9-1E84-B1C2D8B845D9}"/>
              </a:ext>
            </a:extLst>
          </p:cNvPr>
          <p:cNvSpPr txBox="1"/>
          <p:nvPr/>
        </p:nvSpPr>
        <p:spPr>
          <a:xfrm>
            <a:off x="4424757" y="6418579"/>
            <a:ext cx="6259403" cy="240665"/>
          </a:xfrm>
          <a:prstGeom prst="rect">
            <a:avLst/>
          </a:prstGeom>
        </p:spPr>
        <p:txBody>
          <a:bodyPr lIns="0" tIns="0" rIns="0" bIns="0" rtlCol="0" anchor="t">
            <a:spAutoFit/>
          </a:bodyPr>
          <a:lstStyle/>
          <a:p>
            <a:pPr algn="r">
              <a:lnSpc>
                <a:spcPts val="1960"/>
              </a:lnSpc>
              <a:spcBef>
                <a:spcPct val="0"/>
              </a:spcBef>
            </a:pPr>
            <a:r>
              <a:rPr lang="en-US" sz="1400" spc="140" dirty="0">
                <a:solidFill>
                  <a:srgbClr val="000000"/>
                </a:solidFill>
                <a:latin typeface="HK Grotesk Light"/>
              </a:rPr>
              <a:t>2024 - RPS Consulting all rights reserved</a:t>
            </a:r>
          </a:p>
        </p:txBody>
      </p:sp>
      <p:sp>
        <p:nvSpPr>
          <p:cNvPr id="6" name="Slide Number Placeholder 5">
            <a:extLst>
              <a:ext uri="{FF2B5EF4-FFF2-40B4-BE49-F238E27FC236}">
                <a16:creationId xmlns:a16="http://schemas.microsoft.com/office/drawing/2014/main" id="{40D2D255-63BF-0E1F-6DF5-3D96919435CA}"/>
              </a:ext>
            </a:extLst>
          </p:cNvPr>
          <p:cNvSpPr>
            <a:spLocks noGrp="1"/>
          </p:cNvSpPr>
          <p:nvPr>
            <p:ph type="sldNum" sz="quarter" idx="12"/>
          </p:nvPr>
        </p:nvSpPr>
        <p:spPr/>
        <p:txBody>
          <a:bodyPr/>
          <a:lstStyle/>
          <a:p>
            <a:fld id="{C8F35010-364B-470B-BB6C-DCBBE63D2E54}" type="slidenum">
              <a:rPr lang="en-US" smtClean="0">
                <a:solidFill>
                  <a:schemeClr val="tx1"/>
                </a:solidFill>
              </a:rPr>
              <a:t>28</a:t>
            </a:fld>
            <a:endParaRPr lang="en-US" dirty="0">
              <a:solidFill>
                <a:schemeClr val="tx1"/>
              </a:solidFill>
            </a:endParaRPr>
          </a:p>
        </p:txBody>
      </p:sp>
      <p:sp>
        <p:nvSpPr>
          <p:cNvPr id="4" name="TextBox 3">
            <a:extLst>
              <a:ext uri="{FF2B5EF4-FFF2-40B4-BE49-F238E27FC236}">
                <a16:creationId xmlns:a16="http://schemas.microsoft.com/office/drawing/2014/main" id="{48BB70F5-2E24-F95A-F6DF-0950655C9A1A}"/>
              </a:ext>
            </a:extLst>
          </p:cNvPr>
          <p:cNvSpPr txBox="1"/>
          <p:nvPr/>
        </p:nvSpPr>
        <p:spPr>
          <a:xfrm>
            <a:off x="946844" y="1226237"/>
            <a:ext cx="11245156" cy="2677656"/>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lvl="0" indent="-342900">
              <a:buFont typeface="Arial" panose="020B0604020202020204" pitchFamily="34" charset="0"/>
              <a:buChar char="•"/>
            </a:pPr>
            <a:r>
              <a:rPr lang="en-IN" sz="2400" dirty="0"/>
              <a:t>GitHub used for version control</a:t>
            </a:r>
          </a:p>
          <a:p>
            <a:pPr marL="342900" lvl="0" indent="-342900">
              <a:buFont typeface="Arial" panose="020B0604020202020204" pitchFamily="34" charset="0"/>
              <a:buChar char="•"/>
            </a:pPr>
            <a:r>
              <a:rPr lang="en-IN" sz="2400" dirty="0"/>
              <a:t>Proper project structure maintained</a:t>
            </a:r>
          </a:p>
          <a:p>
            <a:pPr marL="342900" lvl="0" indent="-342900">
              <a:buFont typeface="Arial" panose="020B0604020202020204" pitchFamily="34" charset="0"/>
              <a:buChar char="•"/>
            </a:pPr>
            <a:r>
              <a:rPr lang="en-IN" sz="2400" dirty="0"/>
              <a:t>Meaningful commit messages</a:t>
            </a:r>
          </a:p>
          <a:p>
            <a:pPr marL="342900" lvl="0" indent="-342900">
              <a:buFont typeface="Arial" panose="020B0604020202020204" pitchFamily="34" charset="0"/>
              <a:buChar char="•"/>
            </a:pPr>
            <a:r>
              <a:rPr lang="en-IN" sz="2400" dirty="0"/>
              <a:t>README file included with setup instructions</a:t>
            </a:r>
          </a:p>
          <a:p>
            <a:pPr marL="342900" lvl="0" indent="-342900">
              <a:buFont typeface="Arial" panose="020B0604020202020204" pitchFamily="34" charset="0"/>
              <a:buChar char="•"/>
            </a:pPr>
            <a:endParaRPr lang="en-IN" sz="2400" dirty="0"/>
          </a:p>
          <a:p>
            <a:pPr marL="342900" lvl="0" indent="-342900">
              <a:buFont typeface="Arial" panose="020B0604020202020204" pitchFamily="34" charset="0"/>
              <a:buChar char="•"/>
            </a:pPr>
            <a:r>
              <a:rPr lang="en-IN" sz="2400" dirty="0"/>
              <a:t>GitHub Link: </a:t>
            </a:r>
            <a:r>
              <a:rPr lang="en-IN" sz="2400" dirty="0">
                <a:hlinkClick r:id="rId3"/>
              </a:rPr>
              <a:t>https://github.com/varsha21-pr/DoneVia-todo-taskmanager.git</a:t>
            </a:r>
            <a:endParaRPr lang="en-IN" sz="2400" dirty="0"/>
          </a:p>
          <a:p>
            <a:pPr lvl="0"/>
            <a:r>
              <a:rPr lang="en-IN" sz="2400" dirty="0"/>
              <a:t>                            https://github.com/Jayanthvlk/To-do-List-Management-Application.git</a:t>
            </a:r>
          </a:p>
        </p:txBody>
      </p:sp>
    </p:spTree>
    <p:extLst>
      <p:ext uri="{BB962C8B-B14F-4D97-AF65-F5344CB8AC3E}">
        <p14:creationId xmlns:p14="http://schemas.microsoft.com/office/powerpoint/2010/main" val="357231390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CC6A7D-36CC-4C86-75DF-82CC6B20C092}"/>
            </a:ext>
          </a:extLst>
        </p:cNvPr>
        <p:cNvGrpSpPr/>
        <p:nvPr/>
      </p:nvGrpSpPr>
      <p:grpSpPr>
        <a:xfrm>
          <a:off x="0" y="0"/>
          <a:ext cx="0" cy="0"/>
          <a:chOff x="0" y="0"/>
          <a:chExt cx="0" cy="0"/>
        </a:xfrm>
      </p:grpSpPr>
      <p:sp>
        <p:nvSpPr>
          <p:cNvPr id="29" name="Rectangle 155">
            <a:extLst>
              <a:ext uri="{FF2B5EF4-FFF2-40B4-BE49-F238E27FC236}">
                <a16:creationId xmlns:a16="http://schemas.microsoft.com/office/drawing/2014/main" id="{63FBC1AE-1F72-1CD8-E690-AC58A40F22F3}"/>
              </a:ext>
            </a:extLst>
          </p:cNvPr>
          <p:cNvSpPr/>
          <p:nvPr/>
        </p:nvSpPr>
        <p:spPr>
          <a:xfrm>
            <a:off x="674127" y="436064"/>
            <a:ext cx="10102565" cy="492443"/>
          </a:xfrm>
          <a:prstGeom prst="rect">
            <a:avLst/>
          </a:prstGeom>
        </p:spPr>
        <p:txBody>
          <a:bodyPr wrap="square" lIns="0" tIns="0" rIns="0" bIns="0">
            <a:spAutoFit/>
          </a:bodyPr>
          <a:lstStyle/>
          <a:p>
            <a:pPr>
              <a:spcBef>
                <a:spcPct val="0"/>
              </a:spcBef>
            </a:pPr>
            <a:r>
              <a:rPr lang="en-US" sz="3200" b="1" dirty="0">
                <a:solidFill>
                  <a:srgbClr val="0187CC"/>
                </a:solidFill>
                <a:latin typeface="HK Grotesk Bold"/>
              </a:rPr>
              <a:t>Source Code Management</a:t>
            </a:r>
          </a:p>
        </p:txBody>
      </p:sp>
      <p:pic>
        <p:nvPicPr>
          <p:cNvPr id="2" name="Picture 1" descr="Logo&#10;&#10;Description automatically generated">
            <a:extLst>
              <a:ext uri="{FF2B5EF4-FFF2-40B4-BE49-F238E27FC236}">
                <a16:creationId xmlns:a16="http://schemas.microsoft.com/office/drawing/2014/main" id="{9E47CA6D-9A9A-BC99-218F-346867C877E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8630" y="6397884"/>
            <a:ext cx="645766" cy="422937"/>
          </a:xfrm>
          <a:prstGeom prst="rect">
            <a:avLst/>
          </a:prstGeom>
        </p:spPr>
      </p:pic>
      <p:sp>
        <p:nvSpPr>
          <p:cNvPr id="3" name="TextBox 5">
            <a:extLst>
              <a:ext uri="{FF2B5EF4-FFF2-40B4-BE49-F238E27FC236}">
                <a16:creationId xmlns:a16="http://schemas.microsoft.com/office/drawing/2014/main" id="{FAF0620F-94DE-9320-4BF0-E84969784A86}"/>
              </a:ext>
            </a:extLst>
          </p:cNvPr>
          <p:cNvSpPr txBox="1"/>
          <p:nvPr/>
        </p:nvSpPr>
        <p:spPr>
          <a:xfrm>
            <a:off x="4424757" y="6418579"/>
            <a:ext cx="6259403" cy="240665"/>
          </a:xfrm>
          <a:prstGeom prst="rect">
            <a:avLst/>
          </a:prstGeom>
        </p:spPr>
        <p:txBody>
          <a:bodyPr lIns="0" tIns="0" rIns="0" bIns="0" rtlCol="0" anchor="t">
            <a:spAutoFit/>
          </a:bodyPr>
          <a:lstStyle/>
          <a:p>
            <a:pPr algn="r">
              <a:lnSpc>
                <a:spcPts val="1960"/>
              </a:lnSpc>
              <a:spcBef>
                <a:spcPct val="0"/>
              </a:spcBef>
            </a:pPr>
            <a:r>
              <a:rPr lang="en-US" sz="1400" spc="140" dirty="0">
                <a:solidFill>
                  <a:srgbClr val="000000"/>
                </a:solidFill>
                <a:latin typeface="HK Grotesk Light"/>
              </a:rPr>
              <a:t>2024 - RPS Consulting all rights reserved</a:t>
            </a:r>
          </a:p>
        </p:txBody>
      </p:sp>
      <p:sp>
        <p:nvSpPr>
          <p:cNvPr id="6" name="Slide Number Placeholder 5">
            <a:extLst>
              <a:ext uri="{FF2B5EF4-FFF2-40B4-BE49-F238E27FC236}">
                <a16:creationId xmlns:a16="http://schemas.microsoft.com/office/drawing/2014/main" id="{0489BBD4-DC64-8C23-BFE1-D79BDF9BC83A}"/>
              </a:ext>
            </a:extLst>
          </p:cNvPr>
          <p:cNvSpPr>
            <a:spLocks noGrp="1"/>
          </p:cNvSpPr>
          <p:nvPr>
            <p:ph type="sldNum" sz="quarter" idx="12"/>
          </p:nvPr>
        </p:nvSpPr>
        <p:spPr/>
        <p:txBody>
          <a:bodyPr/>
          <a:lstStyle/>
          <a:p>
            <a:fld id="{C8F35010-364B-470B-BB6C-DCBBE63D2E54}" type="slidenum">
              <a:rPr lang="en-US" smtClean="0">
                <a:solidFill>
                  <a:schemeClr val="tx1"/>
                </a:solidFill>
              </a:rPr>
              <a:t>29</a:t>
            </a:fld>
            <a:endParaRPr lang="en-US" dirty="0">
              <a:solidFill>
                <a:schemeClr val="tx1"/>
              </a:solidFill>
            </a:endParaRPr>
          </a:p>
        </p:txBody>
      </p:sp>
      <p:pic>
        <p:nvPicPr>
          <p:cNvPr id="7" name="Picture 6">
            <a:extLst>
              <a:ext uri="{FF2B5EF4-FFF2-40B4-BE49-F238E27FC236}">
                <a16:creationId xmlns:a16="http://schemas.microsoft.com/office/drawing/2014/main" id="{18D28EAE-87DB-B8B5-63FB-7C94DA5C873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8004" y="1234759"/>
            <a:ext cx="8572795" cy="4475161"/>
          </a:xfrm>
          <a:prstGeom prst="rect">
            <a:avLst/>
          </a:prstGeom>
        </p:spPr>
      </p:pic>
    </p:spTree>
    <p:extLst>
      <p:ext uri="{BB962C8B-B14F-4D97-AF65-F5344CB8AC3E}">
        <p14:creationId xmlns:p14="http://schemas.microsoft.com/office/powerpoint/2010/main" val="193545290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B745E1-CD2D-425A-8511-F724B5E414F2}"/>
            </a:ext>
          </a:extLst>
        </p:cNvPr>
        <p:cNvGrpSpPr/>
        <p:nvPr/>
      </p:nvGrpSpPr>
      <p:grpSpPr>
        <a:xfrm>
          <a:off x="0" y="0"/>
          <a:ext cx="0" cy="0"/>
          <a:chOff x="0" y="0"/>
          <a:chExt cx="0" cy="0"/>
        </a:xfrm>
      </p:grpSpPr>
      <p:sp>
        <p:nvSpPr>
          <p:cNvPr id="29" name="Rectangle 155">
            <a:extLst>
              <a:ext uri="{FF2B5EF4-FFF2-40B4-BE49-F238E27FC236}">
                <a16:creationId xmlns:a16="http://schemas.microsoft.com/office/drawing/2014/main" id="{231B155A-9854-4C27-7299-9967177385BB}"/>
              </a:ext>
            </a:extLst>
          </p:cNvPr>
          <p:cNvSpPr/>
          <p:nvPr/>
        </p:nvSpPr>
        <p:spPr>
          <a:xfrm>
            <a:off x="658085" y="420023"/>
            <a:ext cx="10102565" cy="492443"/>
          </a:xfrm>
          <a:prstGeom prst="rect">
            <a:avLst/>
          </a:prstGeom>
        </p:spPr>
        <p:txBody>
          <a:bodyPr wrap="square" lIns="0" tIns="0" rIns="0" bIns="0">
            <a:spAutoFit/>
          </a:bodyPr>
          <a:lstStyle/>
          <a:p>
            <a:pPr>
              <a:spcBef>
                <a:spcPct val="0"/>
              </a:spcBef>
            </a:pPr>
            <a:r>
              <a:rPr lang="en-US" sz="3200" b="1" dirty="0">
                <a:solidFill>
                  <a:srgbClr val="0187CC"/>
                </a:solidFill>
                <a:latin typeface="HK Grotesk Bold"/>
              </a:rPr>
              <a:t>Learning Outcomes</a:t>
            </a:r>
          </a:p>
        </p:txBody>
      </p:sp>
      <p:pic>
        <p:nvPicPr>
          <p:cNvPr id="2" name="Picture 1" descr="Logo&#10;&#10;Description automatically generated">
            <a:extLst>
              <a:ext uri="{FF2B5EF4-FFF2-40B4-BE49-F238E27FC236}">
                <a16:creationId xmlns:a16="http://schemas.microsoft.com/office/drawing/2014/main" id="{08A4F488-AFF8-6AB4-C5AA-9C69AD2401F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8630" y="6397884"/>
            <a:ext cx="645766" cy="422937"/>
          </a:xfrm>
          <a:prstGeom prst="rect">
            <a:avLst/>
          </a:prstGeom>
        </p:spPr>
      </p:pic>
      <p:sp>
        <p:nvSpPr>
          <p:cNvPr id="3" name="TextBox 5">
            <a:extLst>
              <a:ext uri="{FF2B5EF4-FFF2-40B4-BE49-F238E27FC236}">
                <a16:creationId xmlns:a16="http://schemas.microsoft.com/office/drawing/2014/main" id="{A34AF8F0-5E03-1949-7F56-1B23E5086104}"/>
              </a:ext>
            </a:extLst>
          </p:cNvPr>
          <p:cNvSpPr txBox="1"/>
          <p:nvPr/>
        </p:nvSpPr>
        <p:spPr>
          <a:xfrm>
            <a:off x="4424757" y="6418579"/>
            <a:ext cx="6259403" cy="240665"/>
          </a:xfrm>
          <a:prstGeom prst="rect">
            <a:avLst/>
          </a:prstGeom>
        </p:spPr>
        <p:txBody>
          <a:bodyPr lIns="0" tIns="0" rIns="0" bIns="0" rtlCol="0" anchor="t">
            <a:spAutoFit/>
          </a:bodyPr>
          <a:lstStyle/>
          <a:p>
            <a:pPr algn="r">
              <a:lnSpc>
                <a:spcPts val="1960"/>
              </a:lnSpc>
              <a:spcBef>
                <a:spcPct val="0"/>
              </a:spcBef>
            </a:pPr>
            <a:r>
              <a:rPr lang="en-US" sz="1400" spc="140" dirty="0">
                <a:solidFill>
                  <a:srgbClr val="000000"/>
                </a:solidFill>
                <a:latin typeface="HK Grotesk Light"/>
              </a:rPr>
              <a:t>2024 - RPS Consulting all rights reserved</a:t>
            </a:r>
          </a:p>
        </p:txBody>
      </p:sp>
      <p:sp>
        <p:nvSpPr>
          <p:cNvPr id="6" name="Slide Number Placeholder 5">
            <a:extLst>
              <a:ext uri="{FF2B5EF4-FFF2-40B4-BE49-F238E27FC236}">
                <a16:creationId xmlns:a16="http://schemas.microsoft.com/office/drawing/2014/main" id="{B215CD65-CE53-A48C-6EAD-CE4417BB5AF6}"/>
              </a:ext>
            </a:extLst>
          </p:cNvPr>
          <p:cNvSpPr>
            <a:spLocks noGrp="1"/>
          </p:cNvSpPr>
          <p:nvPr>
            <p:ph type="sldNum" sz="quarter" idx="12"/>
          </p:nvPr>
        </p:nvSpPr>
        <p:spPr/>
        <p:txBody>
          <a:bodyPr/>
          <a:lstStyle/>
          <a:p>
            <a:fld id="{C8F35010-364B-470B-BB6C-DCBBE63D2E54}" type="slidenum">
              <a:rPr lang="en-US" smtClean="0">
                <a:solidFill>
                  <a:schemeClr val="tx1"/>
                </a:solidFill>
              </a:rPr>
              <a:t>30</a:t>
            </a:fld>
            <a:endParaRPr lang="en-US" dirty="0">
              <a:solidFill>
                <a:schemeClr val="tx1"/>
              </a:solidFill>
            </a:endParaRPr>
          </a:p>
        </p:txBody>
      </p:sp>
      <p:sp>
        <p:nvSpPr>
          <p:cNvPr id="4" name="TextBox 3">
            <a:extLst>
              <a:ext uri="{FF2B5EF4-FFF2-40B4-BE49-F238E27FC236}">
                <a16:creationId xmlns:a16="http://schemas.microsoft.com/office/drawing/2014/main" id="{8F5F9109-B361-E7A9-4547-D50AFAE1A9A0}"/>
              </a:ext>
            </a:extLst>
          </p:cNvPr>
          <p:cNvSpPr txBox="1"/>
          <p:nvPr/>
        </p:nvSpPr>
        <p:spPr>
          <a:xfrm>
            <a:off x="914759" y="1258320"/>
            <a:ext cx="4571641" cy="3416320"/>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lvl="0" indent="-342900">
              <a:buFont typeface="Arial" panose="020B0604020202020204" pitchFamily="34" charset="0"/>
              <a:buChar char="•"/>
            </a:pPr>
            <a:r>
              <a:rPr lang="en-IN" sz="2400" dirty="0"/>
              <a:t>Full-stack application development</a:t>
            </a:r>
          </a:p>
          <a:p>
            <a:pPr marL="342900" lvl="0" indent="-342900">
              <a:buFont typeface="Arial" panose="020B0604020202020204" pitchFamily="34" charset="0"/>
              <a:buChar char="•"/>
            </a:pPr>
            <a:r>
              <a:rPr lang="en-IN" sz="2400" dirty="0"/>
              <a:t>REST API design using Spring Boot</a:t>
            </a:r>
          </a:p>
          <a:p>
            <a:pPr marL="342900" lvl="0" indent="-342900">
              <a:buFont typeface="Arial" panose="020B0604020202020204" pitchFamily="34" charset="0"/>
              <a:buChar char="•"/>
            </a:pPr>
            <a:r>
              <a:rPr lang="en-IN" sz="2400" dirty="0"/>
              <a:t>Angular frontend development</a:t>
            </a:r>
          </a:p>
          <a:p>
            <a:pPr marL="342900" lvl="0" indent="-342900">
              <a:buFont typeface="Arial" panose="020B0604020202020204" pitchFamily="34" charset="0"/>
              <a:buChar char="•"/>
            </a:pPr>
            <a:r>
              <a:rPr lang="en-IN" sz="2400" dirty="0"/>
              <a:t>Docker containerization</a:t>
            </a:r>
          </a:p>
          <a:p>
            <a:pPr marL="342900" lvl="0" indent="-342900">
              <a:buFont typeface="Arial" panose="020B0604020202020204" pitchFamily="34" charset="0"/>
              <a:buChar char="•"/>
            </a:pPr>
            <a:r>
              <a:rPr lang="en-IN" sz="2400" dirty="0"/>
              <a:t>Azure cloud deployment</a:t>
            </a:r>
          </a:p>
          <a:p>
            <a:pPr marL="342900" lvl="0" indent="-342900">
              <a:buFont typeface="Arial" panose="020B0604020202020204" pitchFamily="34" charset="0"/>
              <a:buChar char="•"/>
            </a:pPr>
            <a:r>
              <a:rPr lang="en-IN" sz="2400" dirty="0"/>
              <a:t>Debugging and problem-solving</a:t>
            </a:r>
          </a:p>
        </p:txBody>
      </p:sp>
      <p:pic>
        <p:nvPicPr>
          <p:cNvPr id="7" name="Picture 6">
            <a:extLst>
              <a:ext uri="{FF2B5EF4-FFF2-40B4-BE49-F238E27FC236}">
                <a16:creationId xmlns:a16="http://schemas.microsoft.com/office/drawing/2014/main" id="{4FEDDC40-E04A-32F6-A8C7-CF928809B24E}"/>
              </a:ext>
            </a:extLst>
          </p:cNvPr>
          <p:cNvPicPr>
            <a:picLocks noChangeAspect="1"/>
          </p:cNvPicPr>
          <p:nvPr/>
        </p:nvPicPr>
        <p:blipFill>
          <a:blip r:embed="rId3">
            <a:extLst>
              <a:ext uri="{28A0092B-C50C-407E-A947-70E740481C1C}">
                <a14:useLocalDpi xmlns:a14="http://schemas.microsoft.com/office/drawing/2010/main" val="0"/>
              </a:ext>
            </a:extLst>
          </a:blip>
          <a:srcRect l="10006" t="20889" r="10209" b="23260"/>
          <a:stretch>
            <a:fillRect/>
          </a:stretch>
        </p:blipFill>
        <p:spPr>
          <a:xfrm>
            <a:off x="6309172" y="1432560"/>
            <a:ext cx="4247069" cy="4074160"/>
          </a:xfrm>
          <a:prstGeom prst="rect">
            <a:avLst/>
          </a:prstGeom>
        </p:spPr>
      </p:pic>
    </p:spTree>
    <p:extLst>
      <p:ext uri="{BB962C8B-B14F-4D97-AF65-F5344CB8AC3E}">
        <p14:creationId xmlns:p14="http://schemas.microsoft.com/office/powerpoint/2010/main" val="153016571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8CEC82-254E-CB0B-3CBC-9DC12246B762}"/>
            </a:ext>
          </a:extLst>
        </p:cNvPr>
        <p:cNvGrpSpPr/>
        <p:nvPr/>
      </p:nvGrpSpPr>
      <p:grpSpPr>
        <a:xfrm>
          <a:off x="0" y="0"/>
          <a:ext cx="0" cy="0"/>
          <a:chOff x="0" y="0"/>
          <a:chExt cx="0" cy="0"/>
        </a:xfrm>
      </p:grpSpPr>
      <p:sp>
        <p:nvSpPr>
          <p:cNvPr id="29" name="Rectangle 155">
            <a:extLst>
              <a:ext uri="{FF2B5EF4-FFF2-40B4-BE49-F238E27FC236}">
                <a16:creationId xmlns:a16="http://schemas.microsoft.com/office/drawing/2014/main" id="{EC9680CF-7C3F-18B2-341B-37A23CF1567D}"/>
              </a:ext>
            </a:extLst>
          </p:cNvPr>
          <p:cNvSpPr/>
          <p:nvPr/>
        </p:nvSpPr>
        <p:spPr>
          <a:xfrm>
            <a:off x="658085" y="420023"/>
            <a:ext cx="10102565" cy="553998"/>
          </a:xfrm>
          <a:prstGeom prst="rect">
            <a:avLst/>
          </a:prstGeom>
        </p:spPr>
        <p:txBody>
          <a:bodyPr wrap="square" lIns="0" tIns="0" rIns="0" bIns="0">
            <a:spAutoFit/>
          </a:bodyPr>
          <a:lstStyle/>
          <a:p>
            <a:pPr>
              <a:spcBef>
                <a:spcPct val="0"/>
              </a:spcBef>
            </a:pPr>
            <a:r>
              <a:rPr lang="en-US" sz="3600" b="1" dirty="0">
                <a:solidFill>
                  <a:srgbClr val="0187CC"/>
                </a:solidFill>
                <a:latin typeface="HK Grotesk Bold"/>
              </a:rPr>
              <a:t>Conclusion</a:t>
            </a:r>
          </a:p>
        </p:txBody>
      </p:sp>
      <p:pic>
        <p:nvPicPr>
          <p:cNvPr id="2" name="Picture 1" descr="Logo&#10;&#10;Description automatically generated">
            <a:extLst>
              <a:ext uri="{FF2B5EF4-FFF2-40B4-BE49-F238E27FC236}">
                <a16:creationId xmlns:a16="http://schemas.microsoft.com/office/drawing/2014/main" id="{04861B90-C849-CB6C-E9AE-667CAB43A8A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8630" y="6397884"/>
            <a:ext cx="645766" cy="422937"/>
          </a:xfrm>
          <a:prstGeom prst="rect">
            <a:avLst/>
          </a:prstGeom>
        </p:spPr>
      </p:pic>
      <p:sp>
        <p:nvSpPr>
          <p:cNvPr id="3" name="TextBox 5">
            <a:extLst>
              <a:ext uri="{FF2B5EF4-FFF2-40B4-BE49-F238E27FC236}">
                <a16:creationId xmlns:a16="http://schemas.microsoft.com/office/drawing/2014/main" id="{503CCCC7-6556-BAE5-DF09-EA47D7F96E7E}"/>
              </a:ext>
            </a:extLst>
          </p:cNvPr>
          <p:cNvSpPr txBox="1"/>
          <p:nvPr/>
        </p:nvSpPr>
        <p:spPr>
          <a:xfrm>
            <a:off x="4424757" y="6418579"/>
            <a:ext cx="6259403" cy="240665"/>
          </a:xfrm>
          <a:prstGeom prst="rect">
            <a:avLst/>
          </a:prstGeom>
        </p:spPr>
        <p:txBody>
          <a:bodyPr lIns="0" tIns="0" rIns="0" bIns="0" rtlCol="0" anchor="t">
            <a:spAutoFit/>
          </a:bodyPr>
          <a:lstStyle/>
          <a:p>
            <a:pPr algn="r">
              <a:lnSpc>
                <a:spcPts val="1960"/>
              </a:lnSpc>
              <a:spcBef>
                <a:spcPct val="0"/>
              </a:spcBef>
            </a:pPr>
            <a:r>
              <a:rPr lang="en-US" sz="1400" spc="140" dirty="0">
                <a:solidFill>
                  <a:srgbClr val="000000"/>
                </a:solidFill>
                <a:latin typeface="HK Grotesk Light"/>
              </a:rPr>
              <a:t>2024 - RPS Consulting all rights reserved</a:t>
            </a:r>
          </a:p>
        </p:txBody>
      </p:sp>
      <p:sp>
        <p:nvSpPr>
          <p:cNvPr id="6" name="Slide Number Placeholder 5">
            <a:extLst>
              <a:ext uri="{FF2B5EF4-FFF2-40B4-BE49-F238E27FC236}">
                <a16:creationId xmlns:a16="http://schemas.microsoft.com/office/drawing/2014/main" id="{6643EBB8-B790-453F-AB24-D8B8DC88B6C1}"/>
              </a:ext>
            </a:extLst>
          </p:cNvPr>
          <p:cNvSpPr>
            <a:spLocks noGrp="1"/>
          </p:cNvSpPr>
          <p:nvPr>
            <p:ph type="sldNum" sz="quarter" idx="12"/>
          </p:nvPr>
        </p:nvSpPr>
        <p:spPr/>
        <p:txBody>
          <a:bodyPr/>
          <a:lstStyle/>
          <a:p>
            <a:fld id="{C8F35010-364B-470B-BB6C-DCBBE63D2E54}" type="slidenum">
              <a:rPr lang="en-US" smtClean="0">
                <a:solidFill>
                  <a:schemeClr val="tx1"/>
                </a:solidFill>
              </a:rPr>
              <a:t>31</a:t>
            </a:fld>
            <a:endParaRPr lang="en-US" dirty="0">
              <a:solidFill>
                <a:schemeClr val="tx1"/>
              </a:solidFill>
            </a:endParaRPr>
          </a:p>
        </p:txBody>
      </p:sp>
      <p:sp>
        <p:nvSpPr>
          <p:cNvPr id="4" name="TextBox 3">
            <a:extLst>
              <a:ext uri="{FF2B5EF4-FFF2-40B4-BE49-F238E27FC236}">
                <a16:creationId xmlns:a16="http://schemas.microsoft.com/office/drawing/2014/main" id="{A0B6DAFC-F642-5BE6-B5C3-56C05A63EE51}"/>
              </a:ext>
            </a:extLst>
          </p:cNvPr>
          <p:cNvSpPr txBox="1"/>
          <p:nvPr/>
        </p:nvSpPr>
        <p:spPr>
          <a:xfrm>
            <a:off x="853440" y="1036320"/>
            <a:ext cx="10810240" cy="4551680"/>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r>
              <a:rPr lang="en-US" sz="2400" dirty="0"/>
              <a:t>This project successfully demonstrates the design and implementation of a full-stack Task Management Application using modern web and cloud technologies. The Angular frontend provides a responsive and user-friendly interface, while the Spring Boot backend exposes RESTful APIs to handle business logic and database operations. MySQL ensures reliable data storage, and all CRUD operations were validated using both the frontend and Postman. Docker was used to containerize the backend, ensuring consistency across environments, and Azure was used to deploy and host the application, reflecting real-world DevOps practices. Overall, the project showcases strong integration between frontend, backend, database, containerization, and cloud deployment, highlighting practical full-stack and DevOps skills applicable to industry-level applications.</a:t>
            </a:r>
            <a:endParaRPr lang="en-IN" sz="2400" dirty="0"/>
          </a:p>
        </p:txBody>
      </p:sp>
    </p:spTree>
    <p:extLst>
      <p:ext uri="{BB962C8B-B14F-4D97-AF65-F5344CB8AC3E}">
        <p14:creationId xmlns:p14="http://schemas.microsoft.com/office/powerpoint/2010/main" val="411964703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C6671C-862E-ACE8-6F90-88CFC7402695}"/>
            </a:ext>
          </a:extLst>
        </p:cNvPr>
        <p:cNvGrpSpPr/>
        <p:nvPr/>
      </p:nvGrpSpPr>
      <p:grpSpPr>
        <a:xfrm>
          <a:off x="0" y="0"/>
          <a:ext cx="0" cy="0"/>
          <a:chOff x="0" y="0"/>
          <a:chExt cx="0" cy="0"/>
        </a:xfrm>
      </p:grpSpPr>
      <p:pic>
        <p:nvPicPr>
          <p:cNvPr id="2" name="Picture 1" descr="Logo&#10;&#10;Description automatically generated">
            <a:extLst>
              <a:ext uri="{FF2B5EF4-FFF2-40B4-BE49-F238E27FC236}">
                <a16:creationId xmlns:a16="http://schemas.microsoft.com/office/drawing/2014/main" id="{77884AAA-CF59-317C-3ED0-894206EE286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8630" y="6397884"/>
            <a:ext cx="645766" cy="422937"/>
          </a:xfrm>
          <a:prstGeom prst="rect">
            <a:avLst/>
          </a:prstGeom>
        </p:spPr>
      </p:pic>
      <p:sp>
        <p:nvSpPr>
          <p:cNvPr id="3" name="TextBox 5">
            <a:extLst>
              <a:ext uri="{FF2B5EF4-FFF2-40B4-BE49-F238E27FC236}">
                <a16:creationId xmlns:a16="http://schemas.microsoft.com/office/drawing/2014/main" id="{DC4EDF39-07A1-5874-C7B0-8553FF223D6E}"/>
              </a:ext>
            </a:extLst>
          </p:cNvPr>
          <p:cNvSpPr txBox="1"/>
          <p:nvPr/>
        </p:nvSpPr>
        <p:spPr>
          <a:xfrm>
            <a:off x="4424757" y="6418579"/>
            <a:ext cx="6259403" cy="240665"/>
          </a:xfrm>
          <a:prstGeom prst="rect">
            <a:avLst/>
          </a:prstGeom>
        </p:spPr>
        <p:txBody>
          <a:bodyPr lIns="0" tIns="0" rIns="0" bIns="0" rtlCol="0" anchor="t">
            <a:spAutoFit/>
          </a:bodyPr>
          <a:lstStyle/>
          <a:p>
            <a:pPr algn="r">
              <a:lnSpc>
                <a:spcPts val="1960"/>
              </a:lnSpc>
              <a:spcBef>
                <a:spcPct val="0"/>
              </a:spcBef>
            </a:pPr>
            <a:r>
              <a:rPr lang="en-US" sz="1400" spc="140" dirty="0">
                <a:solidFill>
                  <a:srgbClr val="000000"/>
                </a:solidFill>
                <a:latin typeface="HK Grotesk Light"/>
              </a:rPr>
              <a:t>2024 - RPS Consulting all rights reserved</a:t>
            </a:r>
          </a:p>
        </p:txBody>
      </p:sp>
      <p:sp>
        <p:nvSpPr>
          <p:cNvPr id="6" name="Slide Number Placeholder 5">
            <a:extLst>
              <a:ext uri="{FF2B5EF4-FFF2-40B4-BE49-F238E27FC236}">
                <a16:creationId xmlns:a16="http://schemas.microsoft.com/office/drawing/2014/main" id="{7FB9ACE3-0579-36FF-A9A1-D3A6B541F864}"/>
              </a:ext>
            </a:extLst>
          </p:cNvPr>
          <p:cNvSpPr>
            <a:spLocks noGrp="1"/>
          </p:cNvSpPr>
          <p:nvPr>
            <p:ph type="sldNum" sz="quarter" idx="12"/>
          </p:nvPr>
        </p:nvSpPr>
        <p:spPr/>
        <p:txBody>
          <a:bodyPr/>
          <a:lstStyle/>
          <a:p>
            <a:fld id="{C8F35010-364B-470B-BB6C-DCBBE63D2E54}" type="slidenum">
              <a:rPr lang="en-US" smtClean="0">
                <a:solidFill>
                  <a:schemeClr val="tx1"/>
                </a:solidFill>
              </a:rPr>
              <a:t>32</a:t>
            </a:fld>
            <a:endParaRPr lang="en-US" dirty="0">
              <a:solidFill>
                <a:schemeClr val="tx1"/>
              </a:solidFill>
            </a:endParaRPr>
          </a:p>
        </p:txBody>
      </p:sp>
      <p:pic>
        <p:nvPicPr>
          <p:cNvPr id="1026" name="Picture 2">
            <a:extLst>
              <a:ext uri="{FF2B5EF4-FFF2-40B4-BE49-F238E27FC236}">
                <a16:creationId xmlns:a16="http://schemas.microsoft.com/office/drawing/2014/main" id="{784D9CB8-90C7-2807-770A-254976CC79A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08000" y="233680"/>
            <a:ext cx="10515600" cy="59150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0766381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6076</TotalTime>
  <Words>1029</Words>
  <Application>Microsoft Office PowerPoint</Application>
  <PresentationFormat>Widescreen</PresentationFormat>
  <Paragraphs>186</Paragraphs>
  <Slides>32</Slides>
  <Notes>0</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32</vt:i4>
      </vt:variant>
    </vt:vector>
  </HeadingPairs>
  <TitlesOfParts>
    <vt:vector size="42" baseType="lpstr">
      <vt:lpstr>Aptos</vt:lpstr>
      <vt:lpstr>Aptos Display</vt:lpstr>
      <vt:lpstr>Arial</vt:lpstr>
      <vt:lpstr>Calibri</vt:lpstr>
      <vt:lpstr>HK Grotesk</vt:lpstr>
      <vt:lpstr>HK Grotesk Bold</vt:lpstr>
      <vt:lpstr>HK Grotesk Light</vt:lpstr>
      <vt:lpstr>HK Grotesk Light Bold</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Satish M</dc:creator>
  <cp:lastModifiedBy>rvsha78@gmail.com</cp:lastModifiedBy>
  <cp:revision>32</cp:revision>
  <dcterms:created xsi:type="dcterms:W3CDTF">2024-05-04T13:11:57Z</dcterms:created>
  <dcterms:modified xsi:type="dcterms:W3CDTF">2026-02-10T01:02:28Z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e80f486e-1d0b-4fd6-a73f-04d94048a140_Enabled">
    <vt:lpwstr>true</vt:lpwstr>
  </property>
  <property fmtid="{D5CDD505-2E9C-101B-9397-08002B2CF9AE}" pid="3" name="MSIP_Label_e80f486e-1d0b-4fd6-a73f-04d94048a140_SetDate">
    <vt:lpwstr>2026-02-04T04:06:58Z</vt:lpwstr>
  </property>
  <property fmtid="{D5CDD505-2E9C-101B-9397-08002B2CF9AE}" pid="4" name="MSIP_Label_e80f486e-1d0b-4fd6-a73f-04d94048a140_Method">
    <vt:lpwstr>Standard</vt:lpwstr>
  </property>
  <property fmtid="{D5CDD505-2E9C-101B-9397-08002B2CF9AE}" pid="5" name="MSIP_Label_e80f486e-1d0b-4fd6-a73f-04d94048a140_Name">
    <vt:lpwstr>General - RPS Data</vt:lpwstr>
  </property>
  <property fmtid="{D5CDD505-2E9C-101B-9397-08002B2CF9AE}" pid="6" name="MSIP_Label_e80f486e-1d0b-4fd6-a73f-04d94048a140_SiteId">
    <vt:lpwstr>6565c732-1653-4ffe-b9d3-80a4f1c0c25d</vt:lpwstr>
  </property>
  <property fmtid="{D5CDD505-2E9C-101B-9397-08002B2CF9AE}" pid="7" name="MSIP_Label_e80f486e-1d0b-4fd6-a73f-04d94048a140_ActionId">
    <vt:lpwstr>0c3cc09a-e54e-4ae4-a9fa-efa3f9d629ce</vt:lpwstr>
  </property>
  <property fmtid="{D5CDD505-2E9C-101B-9397-08002B2CF9AE}" pid="8" name="MSIP_Label_e80f486e-1d0b-4fd6-a73f-04d94048a140_ContentBits">
    <vt:lpwstr>2</vt:lpwstr>
  </property>
  <property fmtid="{D5CDD505-2E9C-101B-9397-08002B2CF9AE}" pid="9" name="MSIP_Label_e80f486e-1d0b-4fd6-a73f-04d94048a140_Tag">
    <vt:lpwstr>10, 3, 0, 1</vt:lpwstr>
  </property>
  <property fmtid="{D5CDD505-2E9C-101B-9397-08002B2CF9AE}" pid="10" name="ClassificationContentMarkingFooterLocations">
    <vt:lpwstr>Office Theme:8</vt:lpwstr>
  </property>
  <property fmtid="{D5CDD505-2E9C-101B-9397-08002B2CF9AE}" pid="11" name="ClassificationContentMarkingFooterText">
    <vt:lpwstr>General - RPS Data</vt:lpwstr>
  </property>
</Properties>
</file>